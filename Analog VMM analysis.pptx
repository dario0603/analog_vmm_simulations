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8" r:id="rId2"/>
    <p:sldId id="288" r:id="rId3"/>
    <p:sldId id="298" r:id="rId4"/>
    <p:sldId id="282" r:id="rId5"/>
    <p:sldId id="293" r:id="rId6"/>
    <p:sldId id="292" r:id="rId7"/>
    <p:sldId id="297" r:id="rId8"/>
    <p:sldId id="296" r:id="rId9"/>
    <p:sldId id="310" r:id="rId10"/>
    <p:sldId id="299" r:id="rId11"/>
    <p:sldId id="300" r:id="rId12"/>
    <p:sldId id="301" r:id="rId13"/>
    <p:sldId id="302" r:id="rId14"/>
    <p:sldId id="303" r:id="rId15"/>
    <p:sldId id="308" r:id="rId16"/>
    <p:sldId id="305" r:id="rId17"/>
    <p:sldId id="306" r:id="rId18"/>
    <p:sldId id="309" r:id="rId19"/>
    <p:sldId id="295" r:id="rId20"/>
    <p:sldId id="294" r:id="rId21"/>
    <p:sldId id="307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92E"/>
    <a:srgbClr val="6E36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4F7C10A2-6FFC-3904-39CD-F2D0747ABE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A5B4684-8DFA-C566-9421-D9BFCCDEFEC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0A125F-41B7-4F33-A32F-AC338B80FAC0}" type="datetime1">
              <a: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01/02/2026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0F4A72-F207-B733-67A5-46B2E79CA67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81973B2-6D53-64DA-B28D-DAD83EC2E048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8AD437B-C3CE-49E0-A50B-3F3F8E9982C6}" type="slidenum">
              <a:t>‹N›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11464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14C8C72-981D-9ACE-6DB7-B001EAF4C90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3AC8A68-A679-4128-A26E-08153CCA4DF0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442DD98-9FA4-41FB-A894-2C3EA06692C1}" type="datetime1">
              <a:rPr lang="it-IT"/>
              <a:pPr lvl="0"/>
              <a:t>01/02/2026</a:t>
            </a:fld>
            <a:endParaRPr lang="it-IT"/>
          </a:p>
        </p:txBody>
      </p:sp>
      <p:sp>
        <p:nvSpPr>
          <p:cNvPr id="4" name="Segnaposto immagine diapositiva 3">
            <a:extLst>
              <a:ext uri="{FF2B5EF4-FFF2-40B4-BE49-F238E27FC236}">
                <a16:creationId xmlns:a16="http://schemas.microsoft.com/office/drawing/2014/main" id="{6378FEE7-8CBF-991B-7E2B-6D63196D6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Segnaposto note 4">
            <a:extLst>
              <a:ext uri="{FF2B5EF4-FFF2-40B4-BE49-F238E27FC236}">
                <a16:creationId xmlns:a16="http://schemas.microsoft.com/office/drawing/2014/main" id="{3D5EAA6F-4709-34B1-9624-1EA672C777D2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it-IT"/>
              <a:t>Fare clic per modificare lo stile del titolo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47C1AD7-C98A-248A-CC82-5D1DFE41A01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981EEE-465F-82C1-6856-4DC1DFC80F3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87AFA4B-F199-460B-A52C-355A9F0664F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600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A3270A7-3B97-105A-1B3D-11CE78E75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6CA7372-D0DC-49B9-59F4-334C9DFD0BB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14258F-BBCD-6660-416D-28B6B8976DD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0D80F4-A104-4EF0-BBDB-1A1339E496A4}" type="slidenum">
              <a:t>1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76C5A44-18CD-2CA8-65D0-3C6F205DE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AF40F41-2F65-443E-43C5-075C62775E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530CC01-0831-A579-295A-0FA765AEE47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EB68944-B4C3-4F2D-933E-C10FAFE1D105}" type="slidenum">
              <a:t>2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EA855-F37E-7D41-2E74-800548C5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63900B5-FE87-5744-A7E3-0C7E25B82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EF92412-8AC8-ED53-EA1A-66955ED17A9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B8F3A8C-0D37-93F8-7D00-3E73878B72B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FBA66ED-CFAF-4D50-AA99-BE2FFDA8AE0D}" type="slidenum">
              <a:t>3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60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4C7ACD-7244-9201-FC37-54078EC71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F7E62F-0F0F-BEF8-D108-4D2C1B8FEC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797532-6DF3-251D-700A-C5D4A34F8AF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4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36DB93-4B8E-6460-2A16-2CF0073F1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A67903-B8DA-17A4-6928-16B0A95D1F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C486CA-F57A-05B3-725F-4125DF16446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5510531-5C0B-4F0D-B388-9239ACFB745A}" type="slidenum">
              <a:t>5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C031269-945C-6866-1BDA-7B2F6BE65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F67D883-FA9B-70B2-4511-F0740DC626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E739A9-156F-DEFA-9F91-0FAC760C4A5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FBA66ED-CFAF-4D50-AA99-BE2FFDA8AE0D}" type="slidenum">
              <a:t>6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07C5-D104-BBCE-FEC8-87750F43B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9C1B9CB-C62E-2AFF-C198-3947CDA3D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EBCC491-62FB-8FA6-0829-68EC4FCF706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FD2681-1A5D-8021-D794-B9652F541D0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7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1561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ACE6-4A28-27CC-5953-8C055812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74558C5-936C-F1AA-810F-0AEF40997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137786F-51A0-B79F-9D9F-EFB69A5E77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B37AC3-A3BB-3F2D-FF0C-9B409343C3A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8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4310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1AD5-74C9-01CA-C13F-5B455AF57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93A0C9B-8B9A-453B-40B2-2BA1E231D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09F10C-7F6C-B108-3753-A5EF555A35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EA6AE7-B08B-56DD-B5F0-B4DBBCE50A7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9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4135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4B99-0992-19AD-B3D0-A66EF413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2B1D630-FEFA-A270-09B5-BCCBBBD34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D2DAED0-665A-7214-CA39-9CEC7DE6F6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FF7BDC0-7F22-32EE-341F-8C0AC8CD568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FBA66ED-CFAF-4D50-AA99-BE2FFDA8AE0D}" type="slidenum">
              <a:t>10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5817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CE85-9D62-E3F9-E2C9-6BE817E6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6A584D-36D2-D854-1B0C-309098B54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2BCC4C9-8145-8EFB-D77F-453D51E5B3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115128-F7AF-1316-967B-4770BCCB708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11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8574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891A-D50D-04FD-889E-9958E637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030354-48C6-2D39-9BBE-2DEE6DE1F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9CFDF7-E786-B49A-A61D-CEB7E61C38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5FF0E4-7432-4FDD-B38D-96D27759726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12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5466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9EB9-AB35-60C5-6723-58033A33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D5F277-7752-8ED4-FB04-F18AFDF3A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57C8630-1663-59FF-FD28-1B76145899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859933-7581-5EA0-3643-4AB03724178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13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9265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2CD7D-A287-63EC-A690-BCE8F75D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A1B2179-DF77-6BB9-B573-F1976F726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7A97826-2167-65C6-4B27-A0F16E735C6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760E92-1DB2-E4B6-CE8D-36A13803248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14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252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2306-ECA6-0465-9CD2-A5314C8B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2DAD46B-B4E0-C1FE-8C4B-BB039FDE2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553444B-E530-D22B-3CC7-B92F75DF9B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F3728C-E2C7-511B-CDF0-358066A16E0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15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4429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CCB12-1600-1D72-50FF-86E9325E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AABF8CD-79E0-5101-BDA9-E6E0B349E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3351B1-BADC-0705-634A-9BA13CCB47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DE85E9-2D83-72EF-547B-6F6D41AE191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16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5135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FAF6D-A3C5-CBC5-C6E2-0982E73F5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5373768-4768-4DAE-EB14-63CFCB3E3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23EC03E-8410-8041-1F0A-B8CD56B202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5E21C2A-4A2F-D158-19BA-58A3AC140DB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17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2939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9ABA-59E6-1AAF-77B2-A4EC0F90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2577840-C53B-85AE-534D-4FC1F800C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5B93FF-C4AF-9662-3B11-BA69A33FF1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CEC581D-8A64-6BF2-38D5-4D173E515E2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18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7411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F0252-1680-32DE-3EBD-DE7367F0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27A249-4649-20AB-16ED-75ECF20DC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C443057-B0F6-EDCB-AB7E-4F35DB7C2A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8BE70E-9E7E-6160-8EDB-9EFAFB89670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4F6E69-936F-4DFD-82B8-737A504C21CD}" type="slidenum">
              <a:t>19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612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D4FFBC9-6D5C-F70A-3B5A-51BF49B33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0B312BF-C6C4-FE3D-ED7A-139FF6AAB6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63279E-6D7C-3808-EF2F-BF9D495A8F3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67F0F7E-02A1-49BF-8FD4-1DEAA53762F2}" type="slidenum">
              <a:t>20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4478A-D44A-9C74-AEEB-63A54467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99B2A21-E87B-939E-BAA6-004EE085B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D826CA-A77D-168E-B33E-D78AC7B34F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B22373-7D93-3F10-A7D4-AC08E4C9F01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0D80F4-A104-4EF0-BBDB-1A1339E496A4}" type="slidenum">
              <a:t>21</a:t>
            </a:fld>
            <a:endParaRPr lang="it-IT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330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D64F7D-9A0A-DA3D-1DF9-95E6ABBC6D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8020" y="662940"/>
            <a:ext cx="4624440" cy="5542022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8">
            <a:extLst>
              <a:ext uri="{FF2B5EF4-FFF2-40B4-BE49-F238E27FC236}">
                <a16:creationId xmlns:a16="http://schemas.microsoft.com/office/drawing/2014/main" id="{E8E12EB4-372A-1D74-7757-A09C671E75F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6267453" cy="6858000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it-IT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25511983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22">
            <a:extLst>
              <a:ext uri="{FF2B5EF4-FFF2-40B4-BE49-F238E27FC236}">
                <a16:creationId xmlns:a16="http://schemas.microsoft.com/office/drawing/2014/main" id="{85394A18-4B5D-B01F-7B72-AA482A5A91DE}"/>
              </a:ext>
            </a:extLst>
          </p:cNvPr>
          <p:cNvGrpSpPr/>
          <p:nvPr/>
        </p:nvGrpSpPr>
        <p:grpSpPr>
          <a:xfrm>
            <a:off x="613993" y="5374225"/>
            <a:ext cx="767995" cy="950525"/>
            <a:chOff x="613993" y="5374225"/>
            <a:chExt cx="767995" cy="950525"/>
          </a:xfrm>
        </p:grpSpPr>
        <p:sp>
          <p:nvSpPr>
            <p:cNvPr id="3" name="Figura a mano libera: Forma 23">
              <a:extLst>
                <a:ext uri="{FF2B5EF4-FFF2-40B4-BE49-F238E27FC236}">
                  <a16:creationId xmlns:a16="http://schemas.microsoft.com/office/drawing/2014/main" id="{D405AF3C-89C8-B084-1631-384C78211A03}"/>
                </a:ext>
              </a:extLst>
            </p:cNvPr>
            <p:cNvSpPr/>
            <p:nvPr/>
          </p:nvSpPr>
          <p:spPr>
            <a:xfrm rot="2700006" flipH="1" flipV="1">
              <a:off x="392003" y="5629513"/>
              <a:ext cx="926982" cy="46349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58746"/>
                <a:gd name="f7" fmla="val 1329373"/>
                <a:gd name="f8" fmla="val 2063565"/>
                <a:gd name="f9" fmla="val 595181"/>
                <a:gd name="f10" fmla="val 1994059"/>
                <a:gd name="f11" fmla="val 962277"/>
                <a:gd name="f12" fmla="val 1696469"/>
                <a:gd name="f13" fmla="val 664687"/>
                <a:gd name="f14" fmla="+- 0 0 -90"/>
                <a:gd name="f15" fmla="*/ f3 1 2658746"/>
                <a:gd name="f16" fmla="*/ f4 1 1329373"/>
                <a:gd name="f17" fmla="+- f7 0 f5"/>
                <a:gd name="f18" fmla="+- f6 0 f5"/>
                <a:gd name="f19" fmla="*/ f14 f0 1"/>
                <a:gd name="f20" fmla="*/ f18 1 2658746"/>
                <a:gd name="f21" fmla="*/ f17 1 1329373"/>
                <a:gd name="f22" fmla="*/ 1329373 f18 1"/>
                <a:gd name="f23" fmla="*/ 0 f17 1"/>
                <a:gd name="f24" fmla="*/ 2658746 f18 1"/>
                <a:gd name="f25" fmla="*/ 1329373 f17 1"/>
                <a:gd name="f26" fmla="*/ 1994059 f18 1"/>
                <a:gd name="f27" fmla="*/ 664687 f17 1"/>
                <a:gd name="f28" fmla="*/ 664687 f18 1"/>
                <a:gd name="f29" fmla="*/ 0 f18 1"/>
                <a:gd name="f30" fmla="*/ f19 1 f2"/>
                <a:gd name="f31" fmla="*/ f22 1 2658746"/>
                <a:gd name="f32" fmla="*/ f23 1 1329373"/>
                <a:gd name="f33" fmla="*/ f24 1 2658746"/>
                <a:gd name="f34" fmla="*/ f25 1 1329373"/>
                <a:gd name="f35" fmla="*/ f26 1 2658746"/>
                <a:gd name="f36" fmla="*/ f27 1 1329373"/>
                <a:gd name="f37" fmla="*/ f28 1 2658746"/>
                <a:gd name="f38" fmla="*/ f29 1 2658746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1"/>
                <a:gd name="f50" fmla="*/ f37 1 f20"/>
                <a:gd name="f51" fmla="*/ f38 1 f20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56" y="f61"/>
                </a:cxn>
                <a:cxn ang="f43">
                  <a:pos x="f62" y="f59"/>
                </a:cxn>
                <a:cxn ang="f43">
                  <a:pos x="f63" y="f59"/>
                </a:cxn>
                <a:cxn ang="f43">
                  <a:pos x="f56" y="f57"/>
                </a:cxn>
              </a:cxnLst>
              <a:rect l="f52" t="f55" r="f53" b="f54"/>
              <a:pathLst>
                <a:path w="2658746" h="1329373">
                  <a:moveTo>
                    <a:pt x="f7" y="f5"/>
                  </a:moveTo>
                  <a:cubicBezTo>
                    <a:pt x="f8" y="f5"/>
                    <a:pt x="f6" y="f9"/>
                    <a:pt x="f6" y="f7"/>
                  </a:cubicBezTo>
                  <a:lnTo>
                    <a:pt x="f10" y="f7"/>
                  </a:lnTo>
                  <a:cubicBezTo>
                    <a:pt x="f10" y="f11"/>
                    <a:pt x="f12" y="f13"/>
                    <a:pt x="f7" y="f13"/>
                  </a:cubicBezTo>
                  <a:cubicBezTo>
                    <a:pt x="f11" y="f13"/>
                    <a:pt x="f13" y="f11"/>
                    <a:pt x="f13" y="f7"/>
                  </a:cubicBezTo>
                  <a:lnTo>
                    <a:pt x="f5" y="f7"/>
                  </a:lnTo>
                  <a:cubicBezTo>
                    <a:pt x="f5" y="f9"/>
                    <a:pt x="f9" y="f5"/>
                    <a:pt x="f7" y="f5"/>
                  </a:cubicBezTo>
                  <a:close/>
                </a:path>
              </a:pathLst>
            </a:custGeom>
            <a:solidFill>
              <a:srgbClr val="1B192E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4" name="Ovale 24">
              <a:extLst>
                <a:ext uri="{FF2B5EF4-FFF2-40B4-BE49-F238E27FC236}">
                  <a16:creationId xmlns:a16="http://schemas.microsoft.com/office/drawing/2014/main" id="{1CF9EF74-5A76-56B9-6FC1-EFCAD26AD7C5}"/>
                </a:ext>
              </a:extLst>
            </p:cNvPr>
            <p:cNvSpPr/>
            <p:nvPr/>
          </p:nvSpPr>
          <p:spPr>
            <a:xfrm rot="8099985" flipH="1" flipV="1">
              <a:off x="1238569" y="5825260"/>
              <a:ext cx="53547" cy="23329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5" name="Ovale 25">
              <a:extLst>
                <a:ext uri="{FF2B5EF4-FFF2-40B4-BE49-F238E27FC236}">
                  <a16:creationId xmlns:a16="http://schemas.microsoft.com/office/drawing/2014/main" id="{096BD7D1-4A6E-42D9-DFDC-303536779160}"/>
                </a:ext>
              </a:extLst>
            </p:cNvPr>
            <p:cNvSpPr/>
            <p:nvPr/>
          </p:nvSpPr>
          <p:spPr>
            <a:xfrm rot="8099985" flipH="1" flipV="1">
              <a:off x="748067" y="5334748"/>
              <a:ext cx="53547" cy="23329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6" name="Figura a mano libera: Forma 26">
              <a:extLst>
                <a:ext uri="{FF2B5EF4-FFF2-40B4-BE49-F238E27FC236}">
                  <a16:creationId xmlns:a16="http://schemas.microsoft.com/office/drawing/2014/main" id="{A867F4EC-527D-72B6-074A-E47EC765B0E0}"/>
                </a:ext>
              </a:extLst>
            </p:cNvPr>
            <p:cNvSpPr/>
            <p:nvPr/>
          </p:nvSpPr>
          <p:spPr>
            <a:xfrm rot="2700006" flipH="1" flipV="1">
              <a:off x="415545" y="5572673"/>
              <a:ext cx="926982" cy="5300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58746"/>
                <a:gd name="f7" fmla="val 1329373"/>
                <a:gd name="f8" fmla="val 2063565"/>
                <a:gd name="f9" fmla="val 595181"/>
                <a:gd name="f10" fmla="val 1994059"/>
                <a:gd name="f11" fmla="val 962277"/>
                <a:gd name="f12" fmla="val 1696469"/>
                <a:gd name="f13" fmla="val 664687"/>
                <a:gd name="f14" fmla="+- 0 0 -90"/>
                <a:gd name="f15" fmla="*/ f3 1 2658746"/>
                <a:gd name="f16" fmla="*/ f4 1 1329373"/>
                <a:gd name="f17" fmla="+- f7 0 f5"/>
                <a:gd name="f18" fmla="+- f6 0 f5"/>
                <a:gd name="f19" fmla="*/ f14 f0 1"/>
                <a:gd name="f20" fmla="*/ f18 1 2658746"/>
                <a:gd name="f21" fmla="*/ f17 1 1329373"/>
                <a:gd name="f22" fmla="*/ 1329373 f18 1"/>
                <a:gd name="f23" fmla="*/ 0 f17 1"/>
                <a:gd name="f24" fmla="*/ 2658746 f18 1"/>
                <a:gd name="f25" fmla="*/ 1329373 f17 1"/>
                <a:gd name="f26" fmla="*/ 1994059 f18 1"/>
                <a:gd name="f27" fmla="*/ 664687 f17 1"/>
                <a:gd name="f28" fmla="*/ 664687 f18 1"/>
                <a:gd name="f29" fmla="*/ 0 f18 1"/>
                <a:gd name="f30" fmla="*/ f19 1 f2"/>
                <a:gd name="f31" fmla="*/ f22 1 2658746"/>
                <a:gd name="f32" fmla="*/ f23 1 1329373"/>
                <a:gd name="f33" fmla="*/ f24 1 2658746"/>
                <a:gd name="f34" fmla="*/ f25 1 1329373"/>
                <a:gd name="f35" fmla="*/ f26 1 2658746"/>
                <a:gd name="f36" fmla="*/ f27 1 1329373"/>
                <a:gd name="f37" fmla="*/ f28 1 2658746"/>
                <a:gd name="f38" fmla="*/ f29 1 2658746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1"/>
                <a:gd name="f50" fmla="*/ f37 1 f20"/>
                <a:gd name="f51" fmla="*/ f38 1 f20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56" y="f61"/>
                </a:cxn>
                <a:cxn ang="f43">
                  <a:pos x="f62" y="f59"/>
                </a:cxn>
                <a:cxn ang="f43">
                  <a:pos x="f63" y="f59"/>
                </a:cxn>
                <a:cxn ang="f43">
                  <a:pos x="f56" y="f57"/>
                </a:cxn>
              </a:cxnLst>
              <a:rect l="f52" t="f55" r="f53" b="f54"/>
              <a:pathLst>
                <a:path w="2658746" h="1329373">
                  <a:moveTo>
                    <a:pt x="f7" y="f5"/>
                  </a:moveTo>
                  <a:cubicBezTo>
                    <a:pt x="f8" y="f5"/>
                    <a:pt x="f6" y="f9"/>
                    <a:pt x="f6" y="f7"/>
                  </a:cubicBezTo>
                  <a:lnTo>
                    <a:pt x="f10" y="f7"/>
                  </a:lnTo>
                  <a:cubicBezTo>
                    <a:pt x="f10" y="f11"/>
                    <a:pt x="f12" y="f13"/>
                    <a:pt x="f7" y="f13"/>
                  </a:cubicBezTo>
                  <a:cubicBezTo>
                    <a:pt x="f11" y="f13"/>
                    <a:pt x="f13" y="f11"/>
                    <a:pt x="f13" y="f7"/>
                  </a:cubicBezTo>
                  <a:lnTo>
                    <a:pt x="f5" y="f7"/>
                  </a:lnTo>
                  <a:cubicBezTo>
                    <a:pt x="f5" y="f9"/>
                    <a:pt x="f9" y="f5"/>
                    <a:pt x="f7" y="f5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7" name="Titolo 19">
            <a:extLst>
              <a:ext uri="{FF2B5EF4-FFF2-40B4-BE49-F238E27FC236}">
                <a16:creationId xmlns:a16="http://schemas.microsoft.com/office/drawing/2014/main" id="{B01B20BC-4FFF-3C05-10A2-D8304BE86C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483927"/>
            <a:ext cx="11090272" cy="1684059"/>
          </a:xfrm>
        </p:spPr>
        <p:txBody>
          <a:bodyPr anchor="b"/>
          <a:lstStyle>
            <a:lvl1pPr>
              <a:lnSpc>
                <a:spcPct val="90000"/>
              </a:lnSpc>
              <a:defRPr sz="4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8" name="Segnaposto contenuto 21">
            <a:extLst>
              <a:ext uri="{FF2B5EF4-FFF2-40B4-BE49-F238E27FC236}">
                <a16:creationId xmlns:a16="http://schemas.microsoft.com/office/drawing/2014/main" id="{2DC2DC51-E41D-A3EB-B14B-FF596215CB7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50861" y="2419346"/>
            <a:ext cx="11090272" cy="3913183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Segnaposto data 1">
            <a:extLst>
              <a:ext uri="{FF2B5EF4-FFF2-40B4-BE49-F238E27FC236}">
                <a16:creationId xmlns:a16="http://schemas.microsoft.com/office/drawing/2014/main" id="{6292C89E-9ED1-C525-985D-2B24F66E7B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10" name="Segnaposto piè di pagina 2">
            <a:extLst>
              <a:ext uri="{FF2B5EF4-FFF2-40B4-BE49-F238E27FC236}">
                <a16:creationId xmlns:a16="http://schemas.microsoft.com/office/drawing/2014/main" id="{6710DC09-C448-C537-F965-32F79E4CD5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2AD066FD-D759-18EB-68E4-5903AC33D1C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ACA386-9CAF-4372-83ED-E31F0F56C206}" type="slidenum">
              <a:t>‹N›</a:t>
            </a:fld>
            <a:endParaRPr lang="it-IT"/>
          </a:p>
        </p:txBody>
      </p:sp>
      <p:grpSp>
        <p:nvGrpSpPr>
          <p:cNvPr id="12" name="Gruppo 4">
            <a:extLst>
              <a:ext uri="{FF2B5EF4-FFF2-40B4-BE49-F238E27FC236}">
                <a16:creationId xmlns:a16="http://schemas.microsoft.com/office/drawing/2014/main" id="{A8195163-68AB-66EA-41AB-007A8A7CCA90}"/>
              </a:ext>
            </a:extLst>
          </p:cNvPr>
          <p:cNvGrpSpPr/>
          <p:nvPr/>
        </p:nvGrpSpPr>
        <p:grpSpPr>
          <a:xfrm>
            <a:off x="9010827" y="1514020"/>
            <a:ext cx="734259" cy="760487"/>
            <a:chOff x="9010827" y="1514020"/>
            <a:chExt cx="734259" cy="760487"/>
          </a:xfrm>
        </p:grpSpPr>
        <p:sp>
          <p:nvSpPr>
            <p:cNvPr id="13" name="Figura a mano libera 5">
              <a:extLst>
                <a:ext uri="{FF2B5EF4-FFF2-40B4-BE49-F238E27FC236}">
                  <a16:creationId xmlns:a16="http://schemas.microsoft.com/office/drawing/2014/main" id="{0961F2FF-BB77-70A2-42AC-4696DF3E52D9}"/>
                </a:ext>
              </a:extLst>
            </p:cNvPr>
            <p:cNvSpPr/>
            <p:nvPr/>
          </p:nvSpPr>
          <p:spPr>
            <a:xfrm rot="1800004">
              <a:off x="9123999" y="1514020"/>
              <a:ext cx="621087" cy="3645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40"/>
                <a:gd name="f7" fmla="val 317"/>
                <a:gd name="f8" fmla="val 266"/>
                <a:gd name="f9" fmla="val 158"/>
                <a:gd name="f10" fmla="+- 0 0 -90"/>
                <a:gd name="f11" fmla="*/ f3 1 540"/>
                <a:gd name="f12" fmla="*/ f4 1 317"/>
                <a:gd name="f13" fmla="+- f7 0 f5"/>
                <a:gd name="f14" fmla="+- f6 0 f5"/>
                <a:gd name="f15" fmla="*/ f10 f0 1"/>
                <a:gd name="f16" fmla="*/ f14 1 540"/>
                <a:gd name="f17" fmla="*/ f13 1 317"/>
                <a:gd name="f18" fmla="*/ 266 f14 1"/>
                <a:gd name="f19" fmla="*/ 0 f13 1"/>
                <a:gd name="f20" fmla="*/ 0 f14 1"/>
                <a:gd name="f21" fmla="*/ 158 f13 1"/>
                <a:gd name="f22" fmla="*/ 317 f13 1"/>
                <a:gd name="f23" fmla="*/ 540 f14 1"/>
                <a:gd name="f24" fmla="*/ f15 1 f2"/>
                <a:gd name="f25" fmla="*/ f18 1 540"/>
                <a:gd name="f26" fmla="*/ f19 1 317"/>
                <a:gd name="f27" fmla="*/ f20 1 540"/>
                <a:gd name="f28" fmla="*/ f21 1 317"/>
                <a:gd name="f29" fmla="*/ f22 1 317"/>
                <a:gd name="f30" fmla="*/ f23 1 540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6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6" y="f50"/>
                </a:cxn>
                <a:cxn ang="f35">
                  <a:pos x="f51" y="f49"/>
                </a:cxn>
                <a:cxn ang="f35">
                  <a:pos x="f46" y="f47"/>
                </a:cxn>
              </a:cxnLst>
              <a:rect l="f42" t="f45" r="f43" b="f44"/>
              <a:pathLst>
                <a:path w="540" h="317">
                  <a:moveTo>
                    <a:pt x="f8" y="f5"/>
                  </a:moveTo>
                  <a:lnTo>
                    <a:pt x="f5" y="f9"/>
                  </a:lnTo>
                  <a:lnTo>
                    <a:pt x="f8" y="f7"/>
                  </a:lnTo>
                  <a:lnTo>
                    <a:pt x="f6" y="f9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4" name="Figura a mano libera 6">
              <a:extLst>
                <a:ext uri="{FF2B5EF4-FFF2-40B4-BE49-F238E27FC236}">
                  <a16:creationId xmlns:a16="http://schemas.microsoft.com/office/drawing/2014/main" id="{17A0141C-AFDD-AA50-B102-1C45DC0E6D70}"/>
                </a:ext>
              </a:extLst>
            </p:cNvPr>
            <p:cNvSpPr/>
            <p:nvPr/>
          </p:nvSpPr>
          <p:spPr>
            <a:xfrm rot="1800004">
              <a:off x="9010827" y="1580970"/>
              <a:ext cx="305939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6"/>
                <a:gd name="f7" fmla="val 468"/>
                <a:gd name="f8" fmla="val 310"/>
                <a:gd name="f9" fmla="val 159"/>
                <a:gd name="f10" fmla="+- 0 0 -90"/>
                <a:gd name="f11" fmla="*/ f3 1 266"/>
                <a:gd name="f12" fmla="*/ f4 1 468"/>
                <a:gd name="f13" fmla="+- f7 0 f5"/>
                <a:gd name="f14" fmla="+- f6 0 f5"/>
                <a:gd name="f15" fmla="*/ f10 f0 1"/>
                <a:gd name="f16" fmla="*/ f14 1 266"/>
                <a:gd name="f17" fmla="*/ f13 1 468"/>
                <a:gd name="f18" fmla="*/ 266 f14 1"/>
                <a:gd name="f19" fmla="*/ 468 f13 1"/>
                <a:gd name="f20" fmla="*/ 0 f14 1"/>
                <a:gd name="f21" fmla="*/ 310 f13 1"/>
                <a:gd name="f22" fmla="*/ 0 f13 1"/>
                <a:gd name="f23" fmla="*/ 159 f13 1"/>
                <a:gd name="f24" fmla="*/ f15 1 f2"/>
                <a:gd name="f25" fmla="*/ f18 1 266"/>
                <a:gd name="f26" fmla="*/ f19 1 468"/>
                <a:gd name="f27" fmla="*/ f20 1 266"/>
                <a:gd name="f28" fmla="*/ f21 1 468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8" y="f49"/>
                </a:cxn>
                <a:cxn ang="f35">
                  <a:pos x="f48" y="f50"/>
                </a:cxn>
                <a:cxn ang="f35">
                  <a:pos x="f48" y="f50"/>
                </a:cxn>
                <a:cxn ang="f35">
                  <a:pos x="f46" y="f51"/>
                </a:cxn>
                <a:cxn ang="f35">
                  <a:pos x="f46" y="f47"/>
                </a:cxn>
              </a:cxnLst>
              <a:rect l="f42" t="f45" r="f43" b="f44"/>
              <a:pathLst>
                <a:path w="266" h="468">
                  <a:moveTo>
                    <a:pt x="f6" y="f7"/>
                  </a:moveTo>
                  <a:lnTo>
                    <a:pt x="f5" y="f8"/>
                  </a:lnTo>
                  <a:lnTo>
                    <a:pt x="f5" y="f8"/>
                  </a:lnTo>
                  <a:lnTo>
                    <a:pt x="f5" y="f5"/>
                  </a:lnTo>
                  <a:lnTo>
                    <a:pt x="f5" y="f5"/>
                  </a:lnTo>
                  <a:lnTo>
                    <a:pt x="f6" y="f9"/>
                  </a:lnTo>
                  <a:lnTo>
                    <a:pt x="f6" y="f7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5" name="Figura a mano libera 8">
              <a:extLst>
                <a:ext uri="{FF2B5EF4-FFF2-40B4-BE49-F238E27FC236}">
                  <a16:creationId xmlns:a16="http://schemas.microsoft.com/office/drawing/2014/main" id="{54EDB626-EDA1-8BBE-A720-F524EF59E647}"/>
                </a:ext>
              </a:extLst>
            </p:cNvPr>
            <p:cNvSpPr/>
            <p:nvPr/>
          </p:nvSpPr>
          <p:spPr>
            <a:xfrm rot="1800004">
              <a:off x="9275160" y="1736237"/>
              <a:ext cx="315147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74"/>
                <a:gd name="f7" fmla="val 468"/>
                <a:gd name="f8" fmla="val 310"/>
                <a:gd name="f9" fmla="val 159"/>
                <a:gd name="f10" fmla="+- 0 0 -90"/>
                <a:gd name="f11" fmla="*/ f3 1 274"/>
                <a:gd name="f12" fmla="*/ f4 1 468"/>
                <a:gd name="f13" fmla="+- f7 0 f5"/>
                <a:gd name="f14" fmla="+- f6 0 f5"/>
                <a:gd name="f15" fmla="*/ f10 f0 1"/>
                <a:gd name="f16" fmla="*/ f14 1 274"/>
                <a:gd name="f17" fmla="*/ f13 1 468"/>
                <a:gd name="f18" fmla="*/ 274 f14 1"/>
                <a:gd name="f19" fmla="*/ 0 f13 1"/>
                <a:gd name="f20" fmla="*/ 310 f13 1"/>
                <a:gd name="f21" fmla="*/ 0 f14 1"/>
                <a:gd name="f22" fmla="*/ 468 f13 1"/>
                <a:gd name="f23" fmla="*/ 159 f13 1"/>
                <a:gd name="f24" fmla="*/ f15 1 f2"/>
                <a:gd name="f25" fmla="*/ f18 1 274"/>
                <a:gd name="f26" fmla="*/ f19 1 468"/>
                <a:gd name="f27" fmla="*/ f20 1 468"/>
                <a:gd name="f28" fmla="*/ f21 1 274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7"/>
                <a:gd name="f39" fmla="*/ f28 1 f16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2 1"/>
                <a:gd name="f49" fmla="*/ f39 f11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6" y="f48"/>
                </a:cxn>
                <a:cxn ang="f35">
                  <a:pos x="f46" y="f48"/>
                </a:cxn>
                <a:cxn ang="f35">
                  <a:pos x="f49" y="f50"/>
                </a:cxn>
                <a:cxn ang="f35">
                  <a:pos x="f49" y="f51"/>
                </a:cxn>
                <a:cxn ang="f35">
                  <a:pos x="f46" y="f47"/>
                </a:cxn>
                <a:cxn ang="f35">
                  <a:pos x="f46" y="f47"/>
                </a:cxn>
              </a:cxnLst>
              <a:rect l="f42" t="f45" r="f43" b="f44"/>
              <a:pathLst>
                <a:path w="274" h="468">
                  <a:moveTo>
                    <a:pt x="f6" y="f5"/>
                  </a:moveTo>
                  <a:lnTo>
                    <a:pt x="f6" y="f8"/>
                  </a:lnTo>
                  <a:lnTo>
                    <a:pt x="f6" y="f8"/>
                  </a:lnTo>
                  <a:lnTo>
                    <a:pt x="f5" y="f7"/>
                  </a:lnTo>
                  <a:lnTo>
                    <a:pt x="f5" y="f9"/>
                  </a:lnTo>
                  <a:lnTo>
                    <a:pt x="f6" y="f5"/>
                  </a:lnTo>
                  <a:lnTo>
                    <a:pt x="f6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16" name="Ovale 10">
            <a:extLst>
              <a:ext uri="{FF2B5EF4-FFF2-40B4-BE49-F238E27FC236}">
                <a16:creationId xmlns:a16="http://schemas.microsoft.com/office/drawing/2014/main" id="{83C4921A-1D38-9AEC-8B4C-7EB1D0F19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68301" y="385236"/>
            <a:ext cx="1079997" cy="107999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grpSp>
        <p:nvGrpSpPr>
          <p:cNvPr id="17" name="Gruppo 11">
            <a:extLst>
              <a:ext uri="{FF2B5EF4-FFF2-40B4-BE49-F238E27FC236}">
                <a16:creationId xmlns:a16="http://schemas.microsoft.com/office/drawing/2014/main" id="{7EF2FE69-EF39-94F9-81C3-4B5E7E53B4B5}"/>
              </a:ext>
            </a:extLst>
          </p:cNvPr>
          <p:cNvGrpSpPr/>
          <p:nvPr/>
        </p:nvGrpSpPr>
        <p:grpSpPr>
          <a:xfrm>
            <a:off x="9838289" y="2992783"/>
            <a:ext cx="2164842" cy="3660788"/>
            <a:chOff x="9838289" y="2992783"/>
            <a:chExt cx="2164842" cy="3660788"/>
          </a:xfrm>
        </p:grpSpPr>
        <p:sp>
          <p:nvSpPr>
            <p:cNvPr id="18" name="Figura a mano libera: Forma 38">
              <a:extLst>
                <a:ext uri="{FF2B5EF4-FFF2-40B4-BE49-F238E27FC236}">
                  <a16:creationId xmlns:a16="http://schemas.microsoft.com/office/drawing/2014/main" id="{2B3F861C-5CE1-E39B-3C1E-598F6A9A22AA}"/>
                </a:ext>
              </a:extLst>
            </p:cNvPr>
            <p:cNvSpPr/>
            <p:nvPr/>
          </p:nvSpPr>
          <p:spPr>
            <a:xfrm rot="2700006" flipH="1" flipV="1">
              <a:off x="9062998" y="3958418"/>
              <a:ext cx="3536332" cy="18539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36330"/>
                <a:gd name="f7" fmla="val 1853969"/>
                <a:gd name="f8" fmla="val 830051"/>
                <a:gd name="f9" fmla="val 2706280"/>
                <a:gd name="f10" fmla="val 1682362"/>
                <a:gd name="f11" fmla="val 978418"/>
                <a:gd name="f12" fmla="val 366107"/>
                <a:gd name="f13" fmla="val 392328"/>
                <a:gd name="f14" fmla="val 52157"/>
                <a:gd name="f15" fmla="val 970257"/>
                <a:gd name="f16" fmla="val 1078528"/>
                <a:gd name="f17" fmla="val 757215"/>
                <a:gd name="f18" fmla="val 1835743"/>
                <a:gd name="f19" fmla="val 774211"/>
                <a:gd name="f20" fmla="val 1667149"/>
                <a:gd name="f21" fmla="val 860649"/>
                <a:gd name="f22" fmla="val 1244739"/>
                <a:gd name="f23" fmla="val 1234397"/>
                <a:gd name="f24" fmla="val 926985"/>
                <a:gd name="f25" fmla="val 2194320"/>
                <a:gd name="f26" fmla="val 2609345"/>
                <a:gd name="f27" fmla="val 1342010"/>
                <a:gd name="f28" fmla="+- 0 0 -90"/>
                <a:gd name="f29" fmla="*/ f3 1 3536330"/>
                <a:gd name="f30" fmla="*/ f4 1 1853969"/>
                <a:gd name="f31" fmla="+- f7 0 f5"/>
                <a:gd name="f32" fmla="+- f6 0 f5"/>
                <a:gd name="f33" fmla="*/ f28 f0 1"/>
                <a:gd name="f34" fmla="*/ f32 1 3536330"/>
                <a:gd name="f35" fmla="*/ f31 1 1853969"/>
                <a:gd name="f36" fmla="*/ 3536330 f32 1"/>
                <a:gd name="f37" fmla="*/ 1853969 f31 1"/>
                <a:gd name="f38" fmla="*/ 1682362 f32 1"/>
                <a:gd name="f39" fmla="*/ 0 f31 1"/>
                <a:gd name="f40" fmla="*/ 52157 f32 1"/>
                <a:gd name="f41" fmla="*/ 970257 f31 1"/>
                <a:gd name="f42" fmla="*/ 0 f32 1"/>
                <a:gd name="f43" fmla="*/ 1078528 f31 1"/>
                <a:gd name="f44" fmla="*/ 757215 f32 1"/>
                <a:gd name="f45" fmla="*/ 1835743 f31 1"/>
                <a:gd name="f46" fmla="*/ 774211 f32 1"/>
                <a:gd name="f47" fmla="*/ 1667149 f31 1"/>
                <a:gd name="f48" fmla="*/ 926985 f31 1"/>
                <a:gd name="f49" fmla="*/ 2609345 f32 1"/>
                <a:gd name="f50" fmla="*/ f33 1 f2"/>
                <a:gd name="f51" fmla="*/ f36 1 3536330"/>
                <a:gd name="f52" fmla="*/ f37 1 1853969"/>
                <a:gd name="f53" fmla="*/ f38 1 3536330"/>
                <a:gd name="f54" fmla="*/ f39 1 1853969"/>
                <a:gd name="f55" fmla="*/ f40 1 3536330"/>
                <a:gd name="f56" fmla="*/ f41 1 1853969"/>
                <a:gd name="f57" fmla="*/ f42 1 3536330"/>
                <a:gd name="f58" fmla="*/ f43 1 1853969"/>
                <a:gd name="f59" fmla="*/ f44 1 3536330"/>
                <a:gd name="f60" fmla="*/ f45 1 1853969"/>
                <a:gd name="f61" fmla="*/ f46 1 3536330"/>
                <a:gd name="f62" fmla="*/ f47 1 1853969"/>
                <a:gd name="f63" fmla="*/ f48 1 1853969"/>
                <a:gd name="f64" fmla="*/ f49 1 3536330"/>
                <a:gd name="f65" fmla="*/ f5 1 f34"/>
                <a:gd name="f66" fmla="*/ f6 1 f34"/>
                <a:gd name="f67" fmla="*/ f5 1 f35"/>
                <a:gd name="f68" fmla="*/ f7 1 f35"/>
                <a:gd name="f69" fmla="+- f50 0 f1"/>
                <a:gd name="f70" fmla="*/ f51 1 f34"/>
                <a:gd name="f71" fmla="*/ f52 1 f35"/>
                <a:gd name="f72" fmla="*/ f53 1 f34"/>
                <a:gd name="f73" fmla="*/ f54 1 f35"/>
                <a:gd name="f74" fmla="*/ f55 1 f34"/>
                <a:gd name="f75" fmla="*/ f56 1 f35"/>
                <a:gd name="f76" fmla="*/ f57 1 f34"/>
                <a:gd name="f77" fmla="*/ f58 1 f35"/>
                <a:gd name="f78" fmla="*/ f59 1 f34"/>
                <a:gd name="f79" fmla="*/ f60 1 f35"/>
                <a:gd name="f80" fmla="*/ f61 1 f34"/>
                <a:gd name="f81" fmla="*/ f62 1 f35"/>
                <a:gd name="f82" fmla="*/ f63 1 f35"/>
                <a:gd name="f83" fmla="*/ f64 1 f34"/>
                <a:gd name="f84" fmla="*/ f65 f29 1"/>
                <a:gd name="f85" fmla="*/ f66 f29 1"/>
                <a:gd name="f86" fmla="*/ f68 f30 1"/>
                <a:gd name="f87" fmla="*/ f67 f30 1"/>
                <a:gd name="f88" fmla="*/ f70 f29 1"/>
                <a:gd name="f89" fmla="*/ f71 f30 1"/>
                <a:gd name="f90" fmla="*/ f72 f29 1"/>
                <a:gd name="f91" fmla="*/ f73 f30 1"/>
                <a:gd name="f92" fmla="*/ f74 f29 1"/>
                <a:gd name="f93" fmla="*/ f75 f30 1"/>
                <a:gd name="f94" fmla="*/ f76 f29 1"/>
                <a:gd name="f95" fmla="*/ f77 f30 1"/>
                <a:gd name="f96" fmla="*/ f78 f29 1"/>
                <a:gd name="f97" fmla="*/ f79 f30 1"/>
                <a:gd name="f98" fmla="*/ f80 f29 1"/>
                <a:gd name="f99" fmla="*/ f81 f30 1"/>
                <a:gd name="f100" fmla="*/ f82 f30 1"/>
                <a:gd name="f101" fmla="*/ f83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9">
                  <a:pos x="f88" y="f89"/>
                </a:cxn>
                <a:cxn ang="f69">
                  <a:pos x="f90" y="f91"/>
                </a:cxn>
                <a:cxn ang="f69">
                  <a:pos x="f92" y="f93"/>
                </a:cxn>
                <a:cxn ang="f69">
                  <a:pos x="f94" y="f95"/>
                </a:cxn>
                <a:cxn ang="f69">
                  <a:pos x="f96" y="f97"/>
                </a:cxn>
                <a:cxn ang="f69">
                  <a:pos x="f98" y="f99"/>
                </a:cxn>
                <a:cxn ang="f69">
                  <a:pos x="f90" y="f100"/>
                </a:cxn>
                <a:cxn ang="f69">
                  <a:pos x="f101" y="f89"/>
                </a:cxn>
              </a:cxnLst>
              <a:rect l="f84" t="f87" r="f85" b="f86"/>
              <a:pathLst>
                <a:path w="3536330" h="1853969">
                  <a:moveTo>
                    <a:pt x="f6" y="f7"/>
                  </a:moveTo>
                  <a:cubicBezTo>
                    <a:pt x="f6" y="f8"/>
                    <a:pt x="f9" y="f5"/>
                    <a:pt x="f10" y="f5"/>
                  </a:cubicBezTo>
                  <a:cubicBezTo>
                    <a:pt x="f11" y="f5"/>
                    <a:pt x="f12" y="f13"/>
                    <a:pt x="f14" y="f15"/>
                  </a:cubicBezTo>
                  <a:lnTo>
                    <a:pt x="f5" y="f16"/>
                  </a:lnTo>
                  <a:lnTo>
                    <a:pt x="f17" y="f18"/>
                  </a:lnTo>
                  <a:lnTo>
                    <a:pt x="f19" y="f20"/>
                  </a:lnTo>
                  <a:cubicBezTo>
                    <a:pt x="f21" y="f22"/>
                    <a:pt x="f23" y="f24"/>
                    <a:pt x="f10" y="f24"/>
                  </a:cubicBezTo>
                  <a:cubicBezTo>
                    <a:pt x="f25" y="f24"/>
                    <a:pt x="f26" y="f27"/>
                    <a:pt x="f26" y="f7"/>
                  </a:cubicBezTo>
                  <a:close/>
                </a:path>
              </a:pathLst>
            </a:custGeom>
            <a:gradFill>
              <a:gsLst>
                <a:gs pos="0">
                  <a:srgbClr val="2C284A"/>
                </a:gs>
                <a:gs pos="100000">
                  <a:srgbClr val="1B192E"/>
                </a:gs>
              </a:gsLst>
              <a:lin ang="15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grpSp>
          <p:nvGrpSpPr>
            <p:cNvPr id="19" name="Gruppo 13">
              <a:extLst>
                <a:ext uri="{FF2B5EF4-FFF2-40B4-BE49-F238E27FC236}">
                  <a16:creationId xmlns:a16="http://schemas.microsoft.com/office/drawing/2014/main" id="{9015CCBD-6DB7-2607-EAE4-326823BF5A33}"/>
                </a:ext>
              </a:extLst>
            </p:cNvPr>
            <p:cNvGrpSpPr/>
            <p:nvPr/>
          </p:nvGrpSpPr>
          <p:grpSpPr>
            <a:xfrm>
              <a:off x="9838289" y="2992783"/>
              <a:ext cx="2164842" cy="3478697"/>
              <a:chOff x="9838289" y="2992783"/>
              <a:chExt cx="2164842" cy="3478697"/>
            </a:xfrm>
          </p:grpSpPr>
          <p:sp>
            <p:nvSpPr>
              <p:cNvPr id="20" name="Figura a mano libera: Forma 32">
                <a:extLst>
                  <a:ext uri="{FF2B5EF4-FFF2-40B4-BE49-F238E27FC236}">
                    <a16:creationId xmlns:a16="http://schemas.microsoft.com/office/drawing/2014/main" id="{D4A95FF5-590C-39C3-08E6-2D3CB2EAAA1B}"/>
                  </a:ext>
                </a:extLst>
              </p:cNvPr>
              <p:cNvSpPr/>
              <p:nvPr/>
            </p:nvSpPr>
            <p:spPr>
              <a:xfrm rot="2700006" flipH="1" flipV="1">
                <a:off x="9181361" y="3649711"/>
                <a:ext cx="3478697" cy="2164842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478701"/>
                  <a:gd name="f7" fmla="val 2164843"/>
                  <a:gd name="f8" fmla="val 969234"/>
                  <a:gd name="f9" fmla="val 2648651"/>
                  <a:gd name="f10" fmla="val 1624733"/>
                  <a:gd name="f11" fmla="val 984784"/>
                  <a:gd name="f12" fmla="val 420564"/>
                  <a:gd name="f13" fmla="val 378607"/>
                  <a:gd name="f14" fmla="val 87393"/>
                  <a:gd name="f15" fmla="val 954459"/>
                  <a:gd name="f16" fmla="val 1122434"/>
                  <a:gd name="f17" fmla="val 736015"/>
                  <a:gd name="f18" fmla="val 1858449"/>
                  <a:gd name="f19" fmla="val 739424"/>
                  <a:gd name="f20" fmla="val 1842964"/>
                  <a:gd name="f21" fmla="val 856791"/>
                  <a:gd name="f22" fmla="val 1402344"/>
                  <a:gd name="f23" fmla="val 1208766"/>
                  <a:gd name="f24" fmla="val 1082422"/>
                  <a:gd name="f25" fmla="val 2136692"/>
                  <a:gd name="f26" fmla="val 2551716"/>
                  <a:gd name="f27" fmla="val 1567038"/>
                  <a:gd name="f28" fmla="+- 0 0 -90"/>
                  <a:gd name="f29" fmla="*/ f3 1 3478701"/>
                  <a:gd name="f30" fmla="*/ f4 1 2164843"/>
                  <a:gd name="f31" fmla="+- f7 0 f5"/>
                  <a:gd name="f32" fmla="+- f6 0 f5"/>
                  <a:gd name="f33" fmla="*/ f28 f0 1"/>
                  <a:gd name="f34" fmla="*/ f32 1 3478701"/>
                  <a:gd name="f35" fmla="*/ f31 1 2164843"/>
                  <a:gd name="f36" fmla="*/ 3478701 f32 1"/>
                  <a:gd name="f37" fmla="*/ 2164843 f31 1"/>
                  <a:gd name="f38" fmla="*/ 1624733 f32 1"/>
                  <a:gd name="f39" fmla="*/ 0 f31 1"/>
                  <a:gd name="f40" fmla="*/ 87393 f32 1"/>
                  <a:gd name="f41" fmla="*/ 954459 f31 1"/>
                  <a:gd name="f42" fmla="*/ 0 f32 1"/>
                  <a:gd name="f43" fmla="*/ 1122434 f31 1"/>
                  <a:gd name="f44" fmla="*/ 736015 f32 1"/>
                  <a:gd name="f45" fmla="*/ 1858449 f31 1"/>
                  <a:gd name="f46" fmla="*/ 739424 f32 1"/>
                  <a:gd name="f47" fmla="*/ 1842964 f31 1"/>
                  <a:gd name="f48" fmla="*/ 1082422 f31 1"/>
                  <a:gd name="f49" fmla="*/ 2551716 f32 1"/>
                  <a:gd name="f50" fmla="*/ f33 1 f2"/>
                  <a:gd name="f51" fmla="*/ f36 1 3478701"/>
                  <a:gd name="f52" fmla="*/ f37 1 2164843"/>
                  <a:gd name="f53" fmla="*/ f38 1 3478701"/>
                  <a:gd name="f54" fmla="*/ f39 1 2164843"/>
                  <a:gd name="f55" fmla="*/ f40 1 3478701"/>
                  <a:gd name="f56" fmla="*/ f41 1 2164843"/>
                  <a:gd name="f57" fmla="*/ f42 1 3478701"/>
                  <a:gd name="f58" fmla="*/ f43 1 2164843"/>
                  <a:gd name="f59" fmla="*/ f44 1 3478701"/>
                  <a:gd name="f60" fmla="*/ f45 1 2164843"/>
                  <a:gd name="f61" fmla="*/ f46 1 3478701"/>
                  <a:gd name="f62" fmla="*/ f47 1 2164843"/>
                  <a:gd name="f63" fmla="*/ f48 1 2164843"/>
                  <a:gd name="f64" fmla="*/ f49 1 3478701"/>
                  <a:gd name="f65" fmla="*/ f5 1 f34"/>
                  <a:gd name="f66" fmla="*/ f6 1 f34"/>
                  <a:gd name="f67" fmla="*/ f5 1 f35"/>
                  <a:gd name="f68" fmla="*/ f7 1 f35"/>
                  <a:gd name="f69" fmla="+- f50 0 f1"/>
                  <a:gd name="f70" fmla="*/ f51 1 f34"/>
                  <a:gd name="f71" fmla="*/ f52 1 f35"/>
                  <a:gd name="f72" fmla="*/ f53 1 f34"/>
                  <a:gd name="f73" fmla="*/ f54 1 f35"/>
                  <a:gd name="f74" fmla="*/ f55 1 f34"/>
                  <a:gd name="f75" fmla="*/ f56 1 f35"/>
                  <a:gd name="f76" fmla="*/ f57 1 f34"/>
                  <a:gd name="f77" fmla="*/ f58 1 f35"/>
                  <a:gd name="f78" fmla="*/ f59 1 f34"/>
                  <a:gd name="f79" fmla="*/ f60 1 f35"/>
                  <a:gd name="f80" fmla="*/ f61 1 f34"/>
                  <a:gd name="f81" fmla="*/ f62 1 f35"/>
                  <a:gd name="f82" fmla="*/ f63 1 f35"/>
                  <a:gd name="f83" fmla="*/ f64 1 f34"/>
                  <a:gd name="f84" fmla="*/ f65 f29 1"/>
                  <a:gd name="f85" fmla="*/ f66 f29 1"/>
                  <a:gd name="f86" fmla="*/ f68 f30 1"/>
                  <a:gd name="f87" fmla="*/ f67 f30 1"/>
                  <a:gd name="f88" fmla="*/ f70 f29 1"/>
                  <a:gd name="f89" fmla="*/ f71 f30 1"/>
                  <a:gd name="f90" fmla="*/ f72 f29 1"/>
                  <a:gd name="f91" fmla="*/ f73 f30 1"/>
                  <a:gd name="f92" fmla="*/ f74 f29 1"/>
                  <a:gd name="f93" fmla="*/ f75 f30 1"/>
                  <a:gd name="f94" fmla="*/ f76 f29 1"/>
                  <a:gd name="f95" fmla="*/ f77 f30 1"/>
                  <a:gd name="f96" fmla="*/ f78 f29 1"/>
                  <a:gd name="f97" fmla="*/ f79 f30 1"/>
                  <a:gd name="f98" fmla="*/ f80 f29 1"/>
                  <a:gd name="f99" fmla="*/ f81 f30 1"/>
                  <a:gd name="f100" fmla="*/ f82 f30 1"/>
                  <a:gd name="f101" fmla="*/ f83 f2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69">
                    <a:pos x="f88" y="f89"/>
                  </a:cxn>
                  <a:cxn ang="f69">
                    <a:pos x="f90" y="f91"/>
                  </a:cxn>
                  <a:cxn ang="f69">
                    <a:pos x="f92" y="f93"/>
                  </a:cxn>
                  <a:cxn ang="f69">
                    <a:pos x="f94" y="f95"/>
                  </a:cxn>
                  <a:cxn ang="f69">
                    <a:pos x="f96" y="f97"/>
                  </a:cxn>
                  <a:cxn ang="f69">
                    <a:pos x="f98" y="f99"/>
                  </a:cxn>
                  <a:cxn ang="f69">
                    <a:pos x="f90" y="f100"/>
                  </a:cxn>
                  <a:cxn ang="f69">
                    <a:pos x="f101" y="f89"/>
                  </a:cxn>
                </a:cxnLst>
                <a:rect l="f84" t="f87" r="f85" b="f86"/>
                <a:pathLst>
                  <a:path w="3478701" h="2164843">
                    <a:moveTo>
                      <a:pt x="f6" y="f7"/>
                    </a:moveTo>
                    <a:cubicBezTo>
                      <a:pt x="f6" y="f8"/>
                      <a:pt x="f9" y="f5"/>
                      <a:pt x="f10" y="f5"/>
                    </a:cubicBezTo>
                    <a:cubicBezTo>
                      <a:pt x="f11" y="f5"/>
                      <a:pt x="f12" y="f13"/>
                      <a:pt x="f14" y="f15"/>
                    </a:cubicBezTo>
                    <a:lnTo>
                      <a:pt x="f5" y="f16"/>
                    </a:lnTo>
                    <a:lnTo>
                      <a:pt x="f17" y="f18"/>
                    </a:lnTo>
                    <a:lnTo>
                      <a:pt x="f19" y="f20"/>
                    </a:lnTo>
                    <a:cubicBezTo>
                      <a:pt x="f21" y="f22"/>
                      <a:pt x="f23" y="f24"/>
                      <a:pt x="f10" y="f24"/>
                    </a:cubicBezTo>
                    <a:cubicBezTo>
                      <a:pt x="f25" y="f24"/>
                      <a:pt x="f26" y="f27"/>
                      <a:pt x="f26" y="f7"/>
                    </a:cubicBezTo>
                    <a:close/>
                  </a:path>
                </a:pathLst>
              </a:custGeom>
              <a:solidFill>
                <a:srgbClr val="7771B2">
                  <a:alpha val="40000"/>
                </a:srgbClr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it-IT" sz="1800" b="0" i="0" u="none" strike="noStrike" kern="1200" cap="none" spc="0" baseline="0">
                  <a:solidFill>
                    <a:srgbClr val="FFFFFF"/>
                  </a:solidFill>
                  <a:uFillTx/>
                  <a:latin typeface="Gill Sans MT"/>
                </a:endParaRPr>
              </a:p>
            </p:txBody>
          </p:sp>
          <p:sp>
            <p:nvSpPr>
              <p:cNvPr id="21" name="Ovale 15">
                <a:extLst>
                  <a:ext uri="{FF2B5EF4-FFF2-40B4-BE49-F238E27FC236}">
                    <a16:creationId xmlns:a16="http://schemas.microsoft.com/office/drawing/2014/main" id="{B5627411-1CBC-055C-66BC-E79A5719A522}"/>
                  </a:ext>
                </a:extLst>
              </p:cNvPr>
              <p:cNvSpPr/>
              <p:nvPr/>
            </p:nvSpPr>
            <p:spPr>
              <a:xfrm rot="8099985" flipH="1" flipV="1">
                <a:off x="10452443" y="2840046"/>
                <a:ext cx="214198" cy="933181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+- 2700000 f2 0"/>
                  <a:gd name="f15" fmla="*/ f9 f1 1"/>
                  <a:gd name="f16" fmla="*/ f10 f1 1"/>
                  <a:gd name="f17" fmla="?: f11 f4 1"/>
                  <a:gd name="f18" fmla="?: f12 f5 1"/>
                  <a:gd name="f19" fmla="?: f13 f6 1"/>
                  <a:gd name="f20" fmla="+- f14 0 f2"/>
                  <a:gd name="f21" fmla="*/ f15 1 f3"/>
                  <a:gd name="f22" fmla="*/ f16 1 f3"/>
                  <a:gd name="f23" fmla="*/ f17 1 21600"/>
                  <a:gd name="f24" fmla="*/ f18 1 21600"/>
                  <a:gd name="f25" fmla="*/ 21600 f17 1"/>
                  <a:gd name="f26" fmla="*/ 21600 f18 1"/>
                  <a:gd name="f27" fmla="+- f20 f2 0"/>
                  <a:gd name="f28" fmla="+- f21 0 f2"/>
                  <a:gd name="f29" fmla="+- f22 0 f2"/>
                  <a:gd name="f30" fmla="min f24 f23"/>
                  <a:gd name="f31" fmla="*/ f25 1 f19"/>
                  <a:gd name="f32" fmla="*/ f26 1 f19"/>
                  <a:gd name="f33" fmla="*/ f27 f8 1"/>
                  <a:gd name="f34" fmla="val f31"/>
                  <a:gd name="f35" fmla="val f32"/>
                  <a:gd name="f36" fmla="*/ f33 1 f1"/>
                  <a:gd name="f37" fmla="*/ f7 f30 1"/>
                  <a:gd name="f38" fmla="+- f35 0 f7"/>
                  <a:gd name="f39" fmla="+- f34 0 f7"/>
                  <a:gd name="f40" fmla="+- 0 0 f36"/>
                  <a:gd name="f41" fmla="*/ f38 1 2"/>
                  <a:gd name="f42" fmla="*/ f39 1 2"/>
                  <a:gd name="f43" fmla="+- 0 0 f40"/>
                  <a:gd name="f44" fmla="+- f7 f41 0"/>
                  <a:gd name="f45" fmla="+- f7 f42 0"/>
                  <a:gd name="f46" fmla="*/ f43 f1 1"/>
                  <a:gd name="f47" fmla="*/ f42 f30 1"/>
                  <a:gd name="f48" fmla="*/ f41 f30 1"/>
                  <a:gd name="f49" fmla="*/ f46 1 f8"/>
                  <a:gd name="f50" fmla="*/ f44 f30 1"/>
                  <a:gd name="f51" fmla="+- f49 0 f2"/>
                  <a:gd name="f52" fmla="cos 1 f51"/>
                  <a:gd name="f53" fmla="sin 1 f51"/>
                  <a:gd name="f54" fmla="+- 0 0 f52"/>
                  <a:gd name="f55" fmla="+- 0 0 f53"/>
                  <a:gd name="f56" fmla="+- 0 0 f54"/>
                  <a:gd name="f57" fmla="+- 0 0 f55"/>
                  <a:gd name="f58" fmla="val f56"/>
                  <a:gd name="f59" fmla="val f57"/>
                  <a:gd name="f60" fmla="*/ f58 f42 1"/>
                  <a:gd name="f61" fmla="*/ f59 f41 1"/>
                  <a:gd name="f62" fmla="+- f45 0 f60"/>
                  <a:gd name="f63" fmla="+- f45 f60 0"/>
                  <a:gd name="f64" fmla="+- f44 0 f61"/>
                  <a:gd name="f65" fmla="+- f44 f61 0"/>
                  <a:gd name="f66" fmla="*/ f62 f30 1"/>
                  <a:gd name="f67" fmla="*/ f64 f30 1"/>
                  <a:gd name="f68" fmla="*/ f63 f30 1"/>
                  <a:gd name="f69" fmla="*/ f65 f3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8">
                    <a:pos x="f66" y="f67"/>
                  </a:cxn>
                  <a:cxn ang="f29">
                    <a:pos x="f66" y="f69"/>
                  </a:cxn>
                  <a:cxn ang="f29">
                    <a:pos x="f68" y="f69"/>
                  </a:cxn>
                  <a:cxn ang="f28">
                    <a:pos x="f68" y="f67"/>
                  </a:cxn>
                </a:cxnLst>
                <a:rect l="f66" t="f67" r="f68" b="f69"/>
                <a:pathLst>
                  <a:path>
                    <a:moveTo>
                      <a:pt x="f37" y="f50"/>
                    </a:moveTo>
                    <a:arcTo wR="f47" hR="f48" stAng="f1" swAng="f0"/>
                    <a:close/>
                  </a:path>
                </a:pathLst>
              </a:custGeom>
              <a:solidFill>
                <a:srgbClr val="2C284A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it-IT" sz="1800" b="0" i="0" u="none" strike="noStrike" kern="1200" cap="none" spc="0" baseline="0">
                  <a:solidFill>
                    <a:srgbClr val="FFFFFF"/>
                  </a:solidFill>
                  <a:uFillTx/>
                  <a:latin typeface="Gill Sans MT"/>
                </a:endParaRPr>
              </a:p>
            </p:txBody>
          </p:sp>
        </p:grpSp>
      </p:grpSp>
      <p:grpSp>
        <p:nvGrpSpPr>
          <p:cNvPr id="22" name="Gruppo 16">
            <a:extLst>
              <a:ext uri="{FF2B5EF4-FFF2-40B4-BE49-F238E27FC236}">
                <a16:creationId xmlns:a16="http://schemas.microsoft.com/office/drawing/2014/main" id="{27A5E1A1-DF63-7977-91C3-A6695E6226DD}"/>
              </a:ext>
            </a:extLst>
          </p:cNvPr>
          <p:cNvGrpSpPr/>
          <p:nvPr/>
        </p:nvGrpSpPr>
        <p:grpSpPr>
          <a:xfrm>
            <a:off x="5854665" y="3936525"/>
            <a:ext cx="1262950" cy="1335602"/>
            <a:chOff x="5854665" y="3936525"/>
            <a:chExt cx="1262950" cy="1335602"/>
          </a:xfrm>
        </p:grpSpPr>
        <p:sp>
          <p:nvSpPr>
            <p:cNvPr id="23" name="Figura a mano libera: Forma 25">
              <a:extLst>
                <a:ext uri="{FF2B5EF4-FFF2-40B4-BE49-F238E27FC236}">
                  <a16:creationId xmlns:a16="http://schemas.microsoft.com/office/drawing/2014/main" id="{CF7EE914-81E3-F98A-8E6D-3CF44B6BE1B1}"/>
                </a:ext>
              </a:extLst>
            </p:cNvPr>
            <p:cNvSpPr/>
            <p:nvPr/>
          </p:nvSpPr>
          <p:spPr>
            <a:xfrm rot="8099985">
              <a:off x="5946141" y="4100654"/>
              <a:ext cx="1079997" cy="126295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80000"/>
                <a:gd name="f7" fmla="val 1262947"/>
                <a:gd name="f8" fmla="val 540000"/>
                <a:gd name="f9" fmla="val 1064374"/>
                <a:gd name="f10" fmla="val 931034"/>
                <a:gd name="f11" fmla="val 1069029"/>
                <a:gd name="f12" fmla="val 938533"/>
                <a:gd name="f13" fmla="val 1076223"/>
                <a:gd name="f14" fmla="val 956109"/>
                <a:gd name="f15" fmla="val 974307"/>
                <a:gd name="f16" fmla="val 992947"/>
                <a:gd name="f17" fmla="val 1142064"/>
                <a:gd name="f18" fmla="val 838234"/>
                <a:gd name="f19" fmla="val 241766"/>
                <a:gd name="f20" fmla="val 3778"/>
                <a:gd name="f21" fmla="val 10971"/>
                <a:gd name="f22" fmla="val 15626"/>
                <a:gd name="f23" fmla="+- 0 0 -90"/>
                <a:gd name="f24" fmla="*/ f3 1 1080000"/>
                <a:gd name="f25" fmla="*/ f4 1 1262947"/>
                <a:gd name="f26" fmla="+- f7 0 f5"/>
                <a:gd name="f27" fmla="+- f6 0 f5"/>
                <a:gd name="f28" fmla="*/ f23 f0 1"/>
                <a:gd name="f29" fmla="*/ f27 1 1080000"/>
                <a:gd name="f30" fmla="*/ f26 1 1262947"/>
                <a:gd name="f31" fmla="*/ 540000 f27 1"/>
                <a:gd name="f32" fmla="*/ 0 f26 1"/>
                <a:gd name="f33" fmla="*/ 1080000 f27 1"/>
                <a:gd name="f34" fmla="*/ 931034 f26 1"/>
                <a:gd name="f35" fmla="*/ 1064374 f27 1"/>
                <a:gd name="f36" fmla="*/ 1069029 f27 1"/>
                <a:gd name="f37" fmla="*/ 938533 f26 1"/>
                <a:gd name="f38" fmla="*/ 992947 f26 1"/>
                <a:gd name="f39" fmla="*/ 1262947 f26 1"/>
                <a:gd name="f40" fmla="*/ 0 f27 1"/>
                <a:gd name="f41" fmla="*/ 10971 f27 1"/>
                <a:gd name="f42" fmla="*/ 15626 f27 1"/>
                <a:gd name="f43" fmla="*/ f28 1 f2"/>
                <a:gd name="f44" fmla="*/ f31 1 1080000"/>
                <a:gd name="f45" fmla="*/ f32 1 1262947"/>
                <a:gd name="f46" fmla="*/ f33 1 1080000"/>
                <a:gd name="f47" fmla="*/ f34 1 1262947"/>
                <a:gd name="f48" fmla="*/ f35 1 1080000"/>
                <a:gd name="f49" fmla="*/ f36 1 1080000"/>
                <a:gd name="f50" fmla="*/ f37 1 1262947"/>
                <a:gd name="f51" fmla="*/ f38 1 1262947"/>
                <a:gd name="f52" fmla="*/ f39 1 1262947"/>
                <a:gd name="f53" fmla="*/ f40 1 1080000"/>
                <a:gd name="f54" fmla="*/ f41 1 1080000"/>
                <a:gd name="f55" fmla="*/ f42 1 1080000"/>
                <a:gd name="f56" fmla="*/ f5 1 f29"/>
                <a:gd name="f57" fmla="*/ f6 1 f29"/>
                <a:gd name="f58" fmla="*/ f5 1 f30"/>
                <a:gd name="f59" fmla="*/ f7 1 f30"/>
                <a:gd name="f60" fmla="+- f43 0 f1"/>
                <a:gd name="f61" fmla="*/ f44 1 f29"/>
                <a:gd name="f62" fmla="*/ f45 1 f30"/>
                <a:gd name="f63" fmla="*/ f48 1 f29"/>
                <a:gd name="f64" fmla="*/ f47 1 f30"/>
                <a:gd name="f65" fmla="*/ f49 1 f29"/>
                <a:gd name="f66" fmla="*/ f50 1 f30"/>
                <a:gd name="f67" fmla="*/ f46 1 f29"/>
                <a:gd name="f68" fmla="*/ f51 1 f30"/>
                <a:gd name="f69" fmla="*/ f52 1 f30"/>
                <a:gd name="f70" fmla="*/ f53 1 f29"/>
                <a:gd name="f71" fmla="*/ f54 1 f29"/>
                <a:gd name="f72" fmla="*/ f55 1 f29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5 1"/>
                <a:gd name="f86" fmla="*/ f70 f24 1"/>
                <a:gd name="f87" fmla="*/ f71 f24 1"/>
                <a:gd name="f88" fmla="*/ f72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7" y="f85"/>
                </a:cxn>
                <a:cxn ang="f60">
                  <a:pos x="f86" y="f84"/>
                </a:cxn>
                <a:cxn ang="f60">
                  <a:pos x="f87" y="f82"/>
                </a:cxn>
                <a:cxn ang="f60">
                  <a:pos x="f88" y="f80"/>
                </a:cxn>
                <a:cxn ang="f60">
                  <a:pos x="f77" y="f78"/>
                </a:cxn>
              </a:cxnLst>
              <a:rect l="f73" t="f76" r="f74" b="f75"/>
              <a:pathLst>
                <a:path w="1080000" h="1262947">
                  <a:moveTo>
                    <a:pt x="f8" y="f5"/>
                  </a:moveTo>
                  <a:lnTo>
                    <a:pt x="f9" y="f10"/>
                  </a:lnTo>
                  <a:lnTo>
                    <a:pt x="f11" y="f12"/>
                  </a:lnTo>
                  <a:cubicBezTo>
                    <a:pt x="f13" y="f14"/>
                    <a:pt x="f6" y="f15"/>
                    <a:pt x="f6" y="f16"/>
                  </a:cubicBezTo>
                  <a:cubicBezTo>
                    <a:pt x="f6" y="f17"/>
                    <a:pt x="f18" y="f7"/>
                    <a:pt x="f8" y="f7"/>
                  </a:cubicBezTo>
                  <a:cubicBezTo>
                    <a:pt x="f19" y="f7"/>
                    <a:pt x="f5" y="f17"/>
                    <a:pt x="f5" y="f16"/>
                  </a:cubicBezTo>
                  <a:cubicBezTo>
                    <a:pt x="f5" y="f15"/>
                    <a:pt x="f20" y="f14"/>
                    <a:pt x="f21" y="f12"/>
                  </a:cubicBezTo>
                  <a:lnTo>
                    <a:pt x="f22" y="f10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/>
                </a:gs>
                <a:gs pos="100000">
                  <a:srgbClr val="3C3867"/>
                </a:gs>
              </a:gsLst>
              <a:lin ang="6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24" name="Ovale 18">
              <a:extLst>
                <a:ext uri="{FF2B5EF4-FFF2-40B4-BE49-F238E27FC236}">
                  <a16:creationId xmlns:a16="http://schemas.microsoft.com/office/drawing/2014/main" id="{9CCA8CA7-CBF8-CE0A-02F5-A06B7DC5AD6C}"/>
                </a:ext>
              </a:extLst>
            </p:cNvPr>
            <p:cNvSpPr/>
            <p:nvPr/>
          </p:nvSpPr>
          <p:spPr>
            <a:xfrm rot="13499997">
              <a:off x="5960545" y="3936525"/>
              <a:ext cx="539998" cy="1079997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gradFill>
              <a:gsLst>
                <a:gs pos="0">
                  <a:srgbClr val="454075">
                    <a:alpha val="33000"/>
                  </a:srgbClr>
                </a:gs>
                <a:gs pos="100000">
                  <a:srgbClr val="5BEFC1">
                    <a:alpha val="0"/>
                  </a:srgbClr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7994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della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A03598-F1AE-D5C6-61CE-6E5605B793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4045461"/>
            <a:ext cx="11115354" cy="228600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7">
            <a:extLst>
              <a:ext uri="{FF2B5EF4-FFF2-40B4-BE49-F238E27FC236}">
                <a16:creationId xmlns:a16="http://schemas.microsoft.com/office/drawing/2014/main" id="{4DDEFCF7-F13C-3B6C-F18B-B207BE0AF59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4590"/>
            <a:ext cx="12191996" cy="3771881"/>
          </a:xfrm>
        </p:spPr>
        <p:txBody>
          <a:bodyPr anchorCtr="1"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it-IT"/>
              <a:t>Fare clic sull'icona per inserire un'immagine</a:t>
            </a:r>
          </a:p>
        </p:txBody>
      </p:sp>
      <p:sp>
        <p:nvSpPr>
          <p:cNvPr id="4" name="Ovale 6">
            <a:extLst>
              <a:ext uri="{FF2B5EF4-FFF2-40B4-BE49-F238E27FC236}">
                <a16:creationId xmlns:a16="http://schemas.microsoft.com/office/drawing/2014/main" id="{96DF4EEA-50A4-724C-57DF-C14347AB0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771" y="3852220"/>
            <a:ext cx="359999" cy="359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5" name="Segnaposto data 3">
            <a:extLst>
              <a:ext uri="{FF2B5EF4-FFF2-40B4-BE49-F238E27FC236}">
                <a16:creationId xmlns:a16="http://schemas.microsoft.com/office/drawing/2014/main" id="{F93D760C-F97D-7574-B614-C5584E21D76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C74755E1-5142-FF77-4EDB-3D2F35D9DFD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FCC2A920-0EE8-EB24-046C-1498DC6266F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4B15AA-C449-4AAA-98BA-98C5AD7D5C82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93530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+ sotto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B3368B-976C-1BD5-0F87-1FC409951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196897"/>
            <a:ext cx="4159157" cy="3155896"/>
          </a:xfrm>
        </p:spPr>
        <p:txBody>
          <a:bodyPr lIns="91440" anchor="b">
            <a:noAutofit/>
          </a:bodyPr>
          <a:lstStyle>
            <a:lvl1pPr>
              <a:lnSpc>
                <a:spcPct val="90000"/>
              </a:lnSpc>
              <a:defRPr sz="4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44669E6-632D-9C85-483D-ECC0EA2847B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7268" y="3505196"/>
            <a:ext cx="4159157" cy="2352358"/>
          </a:xfrm>
        </p:spPr>
        <p:txBody>
          <a:bodyPr lIns="91440" rIns="9144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/>
            </a:lvl1pPr>
          </a:lstStyle>
          <a:p>
            <a:pPr lvl="0"/>
            <a:r>
              <a:rPr lang="it-IT"/>
              <a:t>Fare clic per modificare lo stile del sottotitolo dello schema</a:t>
            </a:r>
          </a:p>
        </p:txBody>
      </p:sp>
      <p:sp>
        <p:nvSpPr>
          <p:cNvPr id="4" name="Ovale 13">
            <a:extLst>
              <a:ext uri="{FF2B5EF4-FFF2-40B4-BE49-F238E27FC236}">
                <a16:creationId xmlns:a16="http://schemas.microsoft.com/office/drawing/2014/main" id="{7E9DAF86-D9E3-B771-B068-D83444329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8777" y="5059009"/>
            <a:ext cx="1079997" cy="107999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grpSp>
        <p:nvGrpSpPr>
          <p:cNvPr id="5" name="Gruppo 9">
            <a:extLst>
              <a:ext uri="{FF2B5EF4-FFF2-40B4-BE49-F238E27FC236}">
                <a16:creationId xmlns:a16="http://schemas.microsoft.com/office/drawing/2014/main" id="{2865C555-ACDD-E2CA-C2CB-744DB91FFA7C}"/>
              </a:ext>
            </a:extLst>
          </p:cNvPr>
          <p:cNvGrpSpPr/>
          <p:nvPr/>
        </p:nvGrpSpPr>
        <p:grpSpPr>
          <a:xfrm>
            <a:off x="10822153" y="4143469"/>
            <a:ext cx="734268" cy="760487"/>
            <a:chOff x="10822153" y="4143469"/>
            <a:chExt cx="734268" cy="760487"/>
          </a:xfrm>
        </p:grpSpPr>
        <p:sp>
          <p:nvSpPr>
            <p:cNvPr id="6" name="Figura a mano libera 5">
              <a:extLst>
                <a:ext uri="{FF2B5EF4-FFF2-40B4-BE49-F238E27FC236}">
                  <a16:creationId xmlns:a16="http://schemas.microsoft.com/office/drawing/2014/main" id="{5C91E4EA-907E-E5AE-852E-394DDB6C150A}"/>
                </a:ext>
              </a:extLst>
            </p:cNvPr>
            <p:cNvSpPr/>
            <p:nvPr/>
          </p:nvSpPr>
          <p:spPr>
            <a:xfrm rot="1800004">
              <a:off x="10935334" y="4143469"/>
              <a:ext cx="621087" cy="3645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40"/>
                <a:gd name="f7" fmla="val 317"/>
                <a:gd name="f8" fmla="val 266"/>
                <a:gd name="f9" fmla="val 158"/>
                <a:gd name="f10" fmla="+- 0 0 -90"/>
                <a:gd name="f11" fmla="*/ f3 1 540"/>
                <a:gd name="f12" fmla="*/ f4 1 317"/>
                <a:gd name="f13" fmla="+- f7 0 f5"/>
                <a:gd name="f14" fmla="+- f6 0 f5"/>
                <a:gd name="f15" fmla="*/ f10 f0 1"/>
                <a:gd name="f16" fmla="*/ f14 1 540"/>
                <a:gd name="f17" fmla="*/ f13 1 317"/>
                <a:gd name="f18" fmla="*/ 266 f14 1"/>
                <a:gd name="f19" fmla="*/ 0 f13 1"/>
                <a:gd name="f20" fmla="*/ 0 f14 1"/>
                <a:gd name="f21" fmla="*/ 158 f13 1"/>
                <a:gd name="f22" fmla="*/ 317 f13 1"/>
                <a:gd name="f23" fmla="*/ 540 f14 1"/>
                <a:gd name="f24" fmla="*/ f15 1 f2"/>
                <a:gd name="f25" fmla="*/ f18 1 540"/>
                <a:gd name="f26" fmla="*/ f19 1 317"/>
                <a:gd name="f27" fmla="*/ f20 1 540"/>
                <a:gd name="f28" fmla="*/ f21 1 317"/>
                <a:gd name="f29" fmla="*/ f22 1 317"/>
                <a:gd name="f30" fmla="*/ f23 1 540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6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6" y="f50"/>
                </a:cxn>
                <a:cxn ang="f35">
                  <a:pos x="f51" y="f49"/>
                </a:cxn>
                <a:cxn ang="f35">
                  <a:pos x="f46" y="f47"/>
                </a:cxn>
              </a:cxnLst>
              <a:rect l="f42" t="f45" r="f43" b="f44"/>
              <a:pathLst>
                <a:path w="540" h="317">
                  <a:moveTo>
                    <a:pt x="f8" y="f5"/>
                  </a:moveTo>
                  <a:lnTo>
                    <a:pt x="f5" y="f9"/>
                  </a:lnTo>
                  <a:lnTo>
                    <a:pt x="f8" y="f7"/>
                  </a:lnTo>
                  <a:lnTo>
                    <a:pt x="f6" y="f9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7" name="Figura a mano libera 6">
              <a:extLst>
                <a:ext uri="{FF2B5EF4-FFF2-40B4-BE49-F238E27FC236}">
                  <a16:creationId xmlns:a16="http://schemas.microsoft.com/office/drawing/2014/main" id="{1410E92D-E470-CAA8-D025-216E3FB67E03}"/>
                </a:ext>
              </a:extLst>
            </p:cNvPr>
            <p:cNvSpPr/>
            <p:nvPr/>
          </p:nvSpPr>
          <p:spPr>
            <a:xfrm rot="1800004">
              <a:off x="10822153" y="4210410"/>
              <a:ext cx="305939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6"/>
                <a:gd name="f7" fmla="val 468"/>
                <a:gd name="f8" fmla="val 310"/>
                <a:gd name="f9" fmla="val 159"/>
                <a:gd name="f10" fmla="+- 0 0 -90"/>
                <a:gd name="f11" fmla="*/ f3 1 266"/>
                <a:gd name="f12" fmla="*/ f4 1 468"/>
                <a:gd name="f13" fmla="+- f7 0 f5"/>
                <a:gd name="f14" fmla="+- f6 0 f5"/>
                <a:gd name="f15" fmla="*/ f10 f0 1"/>
                <a:gd name="f16" fmla="*/ f14 1 266"/>
                <a:gd name="f17" fmla="*/ f13 1 468"/>
                <a:gd name="f18" fmla="*/ 266 f14 1"/>
                <a:gd name="f19" fmla="*/ 468 f13 1"/>
                <a:gd name="f20" fmla="*/ 0 f14 1"/>
                <a:gd name="f21" fmla="*/ 310 f13 1"/>
                <a:gd name="f22" fmla="*/ 0 f13 1"/>
                <a:gd name="f23" fmla="*/ 159 f13 1"/>
                <a:gd name="f24" fmla="*/ f15 1 f2"/>
                <a:gd name="f25" fmla="*/ f18 1 266"/>
                <a:gd name="f26" fmla="*/ f19 1 468"/>
                <a:gd name="f27" fmla="*/ f20 1 266"/>
                <a:gd name="f28" fmla="*/ f21 1 468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8" y="f49"/>
                </a:cxn>
                <a:cxn ang="f35">
                  <a:pos x="f48" y="f50"/>
                </a:cxn>
                <a:cxn ang="f35">
                  <a:pos x="f48" y="f50"/>
                </a:cxn>
                <a:cxn ang="f35">
                  <a:pos x="f46" y="f51"/>
                </a:cxn>
                <a:cxn ang="f35">
                  <a:pos x="f46" y="f47"/>
                </a:cxn>
              </a:cxnLst>
              <a:rect l="f42" t="f45" r="f43" b="f44"/>
              <a:pathLst>
                <a:path w="266" h="468">
                  <a:moveTo>
                    <a:pt x="f6" y="f7"/>
                  </a:moveTo>
                  <a:lnTo>
                    <a:pt x="f5" y="f8"/>
                  </a:lnTo>
                  <a:lnTo>
                    <a:pt x="f5" y="f8"/>
                  </a:lnTo>
                  <a:lnTo>
                    <a:pt x="f5" y="f5"/>
                  </a:lnTo>
                  <a:lnTo>
                    <a:pt x="f5" y="f5"/>
                  </a:lnTo>
                  <a:lnTo>
                    <a:pt x="f6" y="f9"/>
                  </a:lnTo>
                  <a:lnTo>
                    <a:pt x="f6" y="f7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8" name="Figura a mano libera 8">
              <a:extLst>
                <a:ext uri="{FF2B5EF4-FFF2-40B4-BE49-F238E27FC236}">
                  <a16:creationId xmlns:a16="http://schemas.microsoft.com/office/drawing/2014/main" id="{BE3F9788-8A3C-93F1-66A4-AFDB8CB5F6B0}"/>
                </a:ext>
              </a:extLst>
            </p:cNvPr>
            <p:cNvSpPr/>
            <p:nvPr/>
          </p:nvSpPr>
          <p:spPr>
            <a:xfrm rot="1800004">
              <a:off x="11086495" y="4365686"/>
              <a:ext cx="315147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74"/>
                <a:gd name="f7" fmla="val 468"/>
                <a:gd name="f8" fmla="val 310"/>
                <a:gd name="f9" fmla="val 159"/>
                <a:gd name="f10" fmla="+- 0 0 -90"/>
                <a:gd name="f11" fmla="*/ f3 1 274"/>
                <a:gd name="f12" fmla="*/ f4 1 468"/>
                <a:gd name="f13" fmla="+- f7 0 f5"/>
                <a:gd name="f14" fmla="+- f6 0 f5"/>
                <a:gd name="f15" fmla="*/ f10 f0 1"/>
                <a:gd name="f16" fmla="*/ f14 1 274"/>
                <a:gd name="f17" fmla="*/ f13 1 468"/>
                <a:gd name="f18" fmla="*/ 274 f14 1"/>
                <a:gd name="f19" fmla="*/ 0 f13 1"/>
                <a:gd name="f20" fmla="*/ 310 f13 1"/>
                <a:gd name="f21" fmla="*/ 0 f14 1"/>
                <a:gd name="f22" fmla="*/ 468 f13 1"/>
                <a:gd name="f23" fmla="*/ 159 f13 1"/>
                <a:gd name="f24" fmla="*/ f15 1 f2"/>
                <a:gd name="f25" fmla="*/ f18 1 274"/>
                <a:gd name="f26" fmla="*/ f19 1 468"/>
                <a:gd name="f27" fmla="*/ f20 1 468"/>
                <a:gd name="f28" fmla="*/ f21 1 274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7"/>
                <a:gd name="f39" fmla="*/ f28 1 f16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2 1"/>
                <a:gd name="f49" fmla="*/ f39 f11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6" y="f48"/>
                </a:cxn>
                <a:cxn ang="f35">
                  <a:pos x="f46" y="f48"/>
                </a:cxn>
                <a:cxn ang="f35">
                  <a:pos x="f49" y="f50"/>
                </a:cxn>
                <a:cxn ang="f35">
                  <a:pos x="f49" y="f51"/>
                </a:cxn>
                <a:cxn ang="f35">
                  <a:pos x="f46" y="f47"/>
                </a:cxn>
                <a:cxn ang="f35">
                  <a:pos x="f46" y="f47"/>
                </a:cxn>
              </a:cxnLst>
              <a:rect l="f42" t="f45" r="f43" b="f44"/>
              <a:pathLst>
                <a:path w="274" h="468">
                  <a:moveTo>
                    <a:pt x="f6" y="f5"/>
                  </a:moveTo>
                  <a:lnTo>
                    <a:pt x="f6" y="f8"/>
                  </a:lnTo>
                  <a:lnTo>
                    <a:pt x="f6" y="f8"/>
                  </a:lnTo>
                  <a:lnTo>
                    <a:pt x="f5" y="f7"/>
                  </a:lnTo>
                  <a:lnTo>
                    <a:pt x="f5" y="f9"/>
                  </a:lnTo>
                  <a:lnTo>
                    <a:pt x="f6" y="f5"/>
                  </a:lnTo>
                  <a:lnTo>
                    <a:pt x="f6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9" name="Segnaposto immagine 14">
            <a:extLst>
              <a:ext uri="{FF2B5EF4-FFF2-40B4-BE49-F238E27FC236}">
                <a16:creationId xmlns:a16="http://schemas.microsoft.com/office/drawing/2014/main" id="{C3D6D654-CA04-1B1A-6727-82AEA2B86CC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678049" y="788715"/>
            <a:ext cx="5132390" cy="5132390"/>
          </a:xfrm>
          <a:solidFill>
            <a:srgbClr val="A3A3C1"/>
          </a:solidFill>
        </p:spPr>
        <p:txBody>
          <a:bodyPr tIns="365760" anchorCtr="1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it-IT"/>
              <a:t>Fare clic sull'icona per inserire un'immagine</a:t>
            </a:r>
          </a:p>
        </p:txBody>
      </p:sp>
      <p:sp>
        <p:nvSpPr>
          <p:cNvPr id="10" name="Segnaposto data 3">
            <a:extLst>
              <a:ext uri="{FF2B5EF4-FFF2-40B4-BE49-F238E27FC236}">
                <a16:creationId xmlns:a16="http://schemas.microsoft.com/office/drawing/2014/main" id="{C6246B26-4B17-F359-6E77-C2C5C910621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B4DF2228-6328-0B3C-E037-9E560FF566F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12" name="Segnaposto numero diapositiva 5">
            <a:extLst>
              <a:ext uri="{FF2B5EF4-FFF2-40B4-BE49-F238E27FC236}">
                <a16:creationId xmlns:a16="http://schemas.microsoft.com/office/drawing/2014/main" id="{4F6FABC4-4DD7-B51F-4EB6-E260962065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E1C8C6-84C5-45EC-A503-FB85F8C90BD6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35265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6">
            <a:extLst>
              <a:ext uri="{FF2B5EF4-FFF2-40B4-BE49-F238E27FC236}">
                <a16:creationId xmlns:a16="http://schemas.microsoft.com/office/drawing/2014/main" id="{0FA71B94-68A7-6D5B-AAD6-8C933C26FDB1}"/>
              </a:ext>
            </a:extLst>
          </p:cNvPr>
          <p:cNvGrpSpPr/>
          <p:nvPr/>
        </p:nvGrpSpPr>
        <p:grpSpPr>
          <a:xfrm>
            <a:off x="9838289" y="-92297"/>
            <a:ext cx="2164842" cy="3660780"/>
            <a:chOff x="9838289" y="-92297"/>
            <a:chExt cx="2164842" cy="3660780"/>
          </a:xfrm>
        </p:grpSpPr>
        <p:sp>
          <p:nvSpPr>
            <p:cNvPr id="3" name="Figura a mano libera: Forma 38">
              <a:extLst>
                <a:ext uri="{FF2B5EF4-FFF2-40B4-BE49-F238E27FC236}">
                  <a16:creationId xmlns:a16="http://schemas.microsoft.com/office/drawing/2014/main" id="{AC5CF4BB-2AAA-370C-ED51-24CE508A6E32}"/>
                </a:ext>
              </a:extLst>
            </p:cNvPr>
            <p:cNvSpPr/>
            <p:nvPr/>
          </p:nvSpPr>
          <p:spPr>
            <a:xfrm rot="18899994" flipH="1">
              <a:off x="9063024" y="748882"/>
              <a:ext cx="3536332" cy="18539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36330"/>
                <a:gd name="f7" fmla="val 1853969"/>
                <a:gd name="f8" fmla="val 830051"/>
                <a:gd name="f9" fmla="val 2706280"/>
                <a:gd name="f10" fmla="val 1682362"/>
                <a:gd name="f11" fmla="val 978418"/>
                <a:gd name="f12" fmla="val 366107"/>
                <a:gd name="f13" fmla="val 392328"/>
                <a:gd name="f14" fmla="val 52157"/>
                <a:gd name="f15" fmla="val 970257"/>
                <a:gd name="f16" fmla="val 1078528"/>
                <a:gd name="f17" fmla="val 757215"/>
                <a:gd name="f18" fmla="val 1835743"/>
                <a:gd name="f19" fmla="val 774211"/>
                <a:gd name="f20" fmla="val 1667149"/>
                <a:gd name="f21" fmla="val 860649"/>
                <a:gd name="f22" fmla="val 1244739"/>
                <a:gd name="f23" fmla="val 1234397"/>
                <a:gd name="f24" fmla="val 926985"/>
                <a:gd name="f25" fmla="val 2194320"/>
                <a:gd name="f26" fmla="val 2609345"/>
                <a:gd name="f27" fmla="val 1342010"/>
                <a:gd name="f28" fmla="+- 0 0 -90"/>
                <a:gd name="f29" fmla="*/ f3 1 3536330"/>
                <a:gd name="f30" fmla="*/ f4 1 1853969"/>
                <a:gd name="f31" fmla="+- f7 0 f5"/>
                <a:gd name="f32" fmla="+- f6 0 f5"/>
                <a:gd name="f33" fmla="*/ f28 f0 1"/>
                <a:gd name="f34" fmla="*/ f32 1 3536330"/>
                <a:gd name="f35" fmla="*/ f31 1 1853969"/>
                <a:gd name="f36" fmla="*/ 3536330 f32 1"/>
                <a:gd name="f37" fmla="*/ 1853969 f31 1"/>
                <a:gd name="f38" fmla="*/ 1682362 f32 1"/>
                <a:gd name="f39" fmla="*/ 0 f31 1"/>
                <a:gd name="f40" fmla="*/ 52157 f32 1"/>
                <a:gd name="f41" fmla="*/ 970257 f31 1"/>
                <a:gd name="f42" fmla="*/ 0 f32 1"/>
                <a:gd name="f43" fmla="*/ 1078528 f31 1"/>
                <a:gd name="f44" fmla="*/ 757215 f32 1"/>
                <a:gd name="f45" fmla="*/ 1835743 f31 1"/>
                <a:gd name="f46" fmla="*/ 774211 f32 1"/>
                <a:gd name="f47" fmla="*/ 1667149 f31 1"/>
                <a:gd name="f48" fmla="*/ 926985 f31 1"/>
                <a:gd name="f49" fmla="*/ 2609345 f32 1"/>
                <a:gd name="f50" fmla="*/ f33 1 f2"/>
                <a:gd name="f51" fmla="*/ f36 1 3536330"/>
                <a:gd name="f52" fmla="*/ f37 1 1853969"/>
                <a:gd name="f53" fmla="*/ f38 1 3536330"/>
                <a:gd name="f54" fmla="*/ f39 1 1853969"/>
                <a:gd name="f55" fmla="*/ f40 1 3536330"/>
                <a:gd name="f56" fmla="*/ f41 1 1853969"/>
                <a:gd name="f57" fmla="*/ f42 1 3536330"/>
                <a:gd name="f58" fmla="*/ f43 1 1853969"/>
                <a:gd name="f59" fmla="*/ f44 1 3536330"/>
                <a:gd name="f60" fmla="*/ f45 1 1853969"/>
                <a:gd name="f61" fmla="*/ f46 1 3536330"/>
                <a:gd name="f62" fmla="*/ f47 1 1853969"/>
                <a:gd name="f63" fmla="*/ f48 1 1853969"/>
                <a:gd name="f64" fmla="*/ f49 1 3536330"/>
                <a:gd name="f65" fmla="*/ f5 1 f34"/>
                <a:gd name="f66" fmla="*/ f6 1 f34"/>
                <a:gd name="f67" fmla="*/ f5 1 f35"/>
                <a:gd name="f68" fmla="*/ f7 1 f35"/>
                <a:gd name="f69" fmla="+- f50 0 f1"/>
                <a:gd name="f70" fmla="*/ f51 1 f34"/>
                <a:gd name="f71" fmla="*/ f52 1 f35"/>
                <a:gd name="f72" fmla="*/ f53 1 f34"/>
                <a:gd name="f73" fmla="*/ f54 1 f35"/>
                <a:gd name="f74" fmla="*/ f55 1 f34"/>
                <a:gd name="f75" fmla="*/ f56 1 f35"/>
                <a:gd name="f76" fmla="*/ f57 1 f34"/>
                <a:gd name="f77" fmla="*/ f58 1 f35"/>
                <a:gd name="f78" fmla="*/ f59 1 f34"/>
                <a:gd name="f79" fmla="*/ f60 1 f35"/>
                <a:gd name="f80" fmla="*/ f61 1 f34"/>
                <a:gd name="f81" fmla="*/ f62 1 f35"/>
                <a:gd name="f82" fmla="*/ f63 1 f35"/>
                <a:gd name="f83" fmla="*/ f64 1 f34"/>
                <a:gd name="f84" fmla="*/ f65 f29 1"/>
                <a:gd name="f85" fmla="*/ f66 f29 1"/>
                <a:gd name="f86" fmla="*/ f68 f30 1"/>
                <a:gd name="f87" fmla="*/ f67 f30 1"/>
                <a:gd name="f88" fmla="*/ f70 f29 1"/>
                <a:gd name="f89" fmla="*/ f71 f30 1"/>
                <a:gd name="f90" fmla="*/ f72 f29 1"/>
                <a:gd name="f91" fmla="*/ f73 f30 1"/>
                <a:gd name="f92" fmla="*/ f74 f29 1"/>
                <a:gd name="f93" fmla="*/ f75 f30 1"/>
                <a:gd name="f94" fmla="*/ f76 f29 1"/>
                <a:gd name="f95" fmla="*/ f77 f30 1"/>
                <a:gd name="f96" fmla="*/ f78 f29 1"/>
                <a:gd name="f97" fmla="*/ f79 f30 1"/>
                <a:gd name="f98" fmla="*/ f80 f29 1"/>
                <a:gd name="f99" fmla="*/ f81 f30 1"/>
                <a:gd name="f100" fmla="*/ f82 f30 1"/>
                <a:gd name="f101" fmla="*/ f83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9">
                  <a:pos x="f88" y="f89"/>
                </a:cxn>
                <a:cxn ang="f69">
                  <a:pos x="f90" y="f91"/>
                </a:cxn>
                <a:cxn ang="f69">
                  <a:pos x="f92" y="f93"/>
                </a:cxn>
                <a:cxn ang="f69">
                  <a:pos x="f94" y="f95"/>
                </a:cxn>
                <a:cxn ang="f69">
                  <a:pos x="f96" y="f97"/>
                </a:cxn>
                <a:cxn ang="f69">
                  <a:pos x="f98" y="f99"/>
                </a:cxn>
                <a:cxn ang="f69">
                  <a:pos x="f90" y="f100"/>
                </a:cxn>
                <a:cxn ang="f69">
                  <a:pos x="f101" y="f89"/>
                </a:cxn>
              </a:cxnLst>
              <a:rect l="f84" t="f87" r="f85" b="f86"/>
              <a:pathLst>
                <a:path w="3536330" h="1853969">
                  <a:moveTo>
                    <a:pt x="f6" y="f7"/>
                  </a:moveTo>
                  <a:cubicBezTo>
                    <a:pt x="f6" y="f8"/>
                    <a:pt x="f9" y="f5"/>
                    <a:pt x="f10" y="f5"/>
                  </a:cubicBezTo>
                  <a:cubicBezTo>
                    <a:pt x="f11" y="f5"/>
                    <a:pt x="f12" y="f13"/>
                    <a:pt x="f14" y="f15"/>
                  </a:cubicBezTo>
                  <a:lnTo>
                    <a:pt x="f5" y="f16"/>
                  </a:lnTo>
                  <a:lnTo>
                    <a:pt x="f17" y="f18"/>
                  </a:lnTo>
                  <a:lnTo>
                    <a:pt x="f19" y="f20"/>
                  </a:lnTo>
                  <a:cubicBezTo>
                    <a:pt x="f21" y="f22"/>
                    <a:pt x="f23" y="f24"/>
                    <a:pt x="f10" y="f24"/>
                  </a:cubicBezTo>
                  <a:cubicBezTo>
                    <a:pt x="f25" y="f24"/>
                    <a:pt x="f26" y="f27"/>
                    <a:pt x="f26" y="f7"/>
                  </a:cubicBezTo>
                  <a:close/>
                </a:path>
              </a:pathLst>
            </a:custGeom>
            <a:gradFill>
              <a:gsLst>
                <a:gs pos="0">
                  <a:srgbClr val="2C284A"/>
                </a:gs>
                <a:gs pos="100000">
                  <a:srgbClr val="1B192E"/>
                </a:gs>
              </a:gsLst>
              <a:lin ang="15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grpSp>
          <p:nvGrpSpPr>
            <p:cNvPr id="4" name="Gruppo 8">
              <a:extLst>
                <a:ext uri="{FF2B5EF4-FFF2-40B4-BE49-F238E27FC236}">
                  <a16:creationId xmlns:a16="http://schemas.microsoft.com/office/drawing/2014/main" id="{6CC6F85D-7FB0-566F-98C1-EB4E250E81BB}"/>
                </a:ext>
              </a:extLst>
            </p:cNvPr>
            <p:cNvGrpSpPr/>
            <p:nvPr/>
          </p:nvGrpSpPr>
          <p:grpSpPr>
            <a:xfrm>
              <a:off x="9838289" y="89786"/>
              <a:ext cx="2164842" cy="3478697"/>
              <a:chOff x="9838289" y="89786"/>
              <a:chExt cx="2164842" cy="3478697"/>
            </a:xfrm>
          </p:grpSpPr>
          <p:sp>
            <p:nvSpPr>
              <p:cNvPr id="5" name="Figura a mano libera: Forma 32">
                <a:extLst>
                  <a:ext uri="{FF2B5EF4-FFF2-40B4-BE49-F238E27FC236}">
                    <a16:creationId xmlns:a16="http://schemas.microsoft.com/office/drawing/2014/main" id="{82DFA8C9-0C74-A4E6-FE66-87D2BC25BF04}"/>
                  </a:ext>
                </a:extLst>
              </p:cNvPr>
              <p:cNvSpPr/>
              <p:nvPr/>
            </p:nvSpPr>
            <p:spPr>
              <a:xfrm rot="18899994" flipH="1">
                <a:off x="9181361" y="746714"/>
                <a:ext cx="3478697" cy="2164842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478701"/>
                  <a:gd name="f7" fmla="val 2164843"/>
                  <a:gd name="f8" fmla="val 969234"/>
                  <a:gd name="f9" fmla="val 2648651"/>
                  <a:gd name="f10" fmla="val 1624733"/>
                  <a:gd name="f11" fmla="val 984784"/>
                  <a:gd name="f12" fmla="val 420564"/>
                  <a:gd name="f13" fmla="val 378607"/>
                  <a:gd name="f14" fmla="val 87393"/>
                  <a:gd name="f15" fmla="val 954459"/>
                  <a:gd name="f16" fmla="val 1122434"/>
                  <a:gd name="f17" fmla="val 736015"/>
                  <a:gd name="f18" fmla="val 1858449"/>
                  <a:gd name="f19" fmla="val 739424"/>
                  <a:gd name="f20" fmla="val 1842964"/>
                  <a:gd name="f21" fmla="val 856791"/>
                  <a:gd name="f22" fmla="val 1402344"/>
                  <a:gd name="f23" fmla="val 1208766"/>
                  <a:gd name="f24" fmla="val 1082422"/>
                  <a:gd name="f25" fmla="val 2136692"/>
                  <a:gd name="f26" fmla="val 2551716"/>
                  <a:gd name="f27" fmla="val 1567038"/>
                  <a:gd name="f28" fmla="+- 0 0 -90"/>
                  <a:gd name="f29" fmla="*/ f3 1 3478701"/>
                  <a:gd name="f30" fmla="*/ f4 1 2164843"/>
                  <a:gd name="f31" fmla="+- f7 0 f5"/>
                  <a:gd name="f32" fmla="+- f6 0 f5"/>
                  <a:gd name="f33" fmla="*/ f28 f0 1"/>
                  <a:gd name="f34" fmla="*/ f32 1 3478701"/>
                  <a:gd name="f35" fmla="*/ f31 1 2164843"/>
                  <a:gd name="f36" fmla="*/ 3478701 f32 1"/>
                  <a:gd name="f37" fmla="*/ 2164843 f31 1"/>
                  <a:gd name="f38" fmla="*/ 1624733 f32 1"/>
                  <a:gd name="f39" fmla="*/ 0 f31 1"/>
                  <a:gd name="f40" fmla="*/ 87393 f32 1"/>
                  <a:gd name="f41" fmla="*/ 954459 f31 1"/>
                  <a:gd name="f42" fmla="*/ 0 f32 1"/>
                  <a:gd name="f43" fmla="*/ 1122434 f31 1"/>
                  <a:gd name="f44" fmla="*/ 736015 f32 1"/>
                  <a:gd name="f45" fmla="*/ 1858449 f31 1"/>
                  <a:gd name="f46" fmla="*/ 739424 f32 1"/>
                  <a:gd name="f47" fmla="*/ 1842964 f31 1"/>
                  <a:gd name="f48" fmla="*/ 1082422 f31 1"/>
                  <a:gd name="f49" fmla="*/ 2551716 f32 1"/>
                  <a:gd name="f50" fmla="*/ f33 1 f2"/>
                  <a:gd name="f51" fmla="*/ f36 1 3478701"/>
                  <a:gd name="f52" fmla="*/ f37 1 2164843"/>
                  <a:gd name="f53" fmla="*/ f38 1 3478701"/>
                  <a:gd name="f54" fmla="*/ f39 1 2164843"/>
                  <a:gd name="f55" fmla="*/ f40 1 3478701"/>
                  <a:gd name="f56" fmla="*/ f41 1 2164843"/>
                  <a:gd name="f57" fmla="*/ f42 1 3478701"/>
                  <a:gd name="f58" fmla="*/ f43 1 2164843"/>
                  <a:gd name="f59" fmla="*/ f44 1 3478701"/>
                  <a:gd name="f60" fmla="*/ f45 1 2164843"/>
                  <a:gd name="f61" fmla="*/ f46 1 3478701"/>
                  <a:gd name="f62" fmla="*/ f47 1 2164843"/>
                  <a:gd name="f63" fmla="*/ f48 1 2164843"/>
                  <a:gd name="f64" fmla="*/ f49 1 3478701"/>
                  <a:gd name="f65" fmla="*/ f5 1 f34"/>
                  <a:gd name="f66" fmla="*/ f6 1 f34"/>
                  <a:gd name="f67" fmla="*/ f5 1 f35"/>
                  <a:gd name="f68" fmla="*/ f7 1 f35"/>
                  <a:gd name="f69" fmla="+- f50 0 f1"/>
                  <a:gd name="f70" fmla="*/ f51 1 f34"/>
                  <a:gd name="f71" fmla="*/ f52 1 f35"/>
                  <a:gd name="f72" fmla="*/ f53 1 f34"/>
                  <a:gd name="f73" fmla="*/ f54 1 f35"/>
                  <a:gd name="f74" fmla="*/ f55 1 f34"/>
                  <a:gd name="f75" fmla="*/ f56 1 f35"/>
                  <a:gd name="f76" fmla="*/ f57 1 f34"/>
                  <a:gd name="f77" fmla="*/ f58 1 f35"/>
                  <a:gd name="f78" fmla="*/ f59 1 f34"/>
                  <a:gd name="f79" fmla="*/ f60 1 f35"/>
                  <a:gd name="f80" fmla="*/ f61 1 f34"/>
                  <a:gd name="f81" fmla="*/ f62 1 f35"/>
                  <a:gd name="f82" fmla="*/ f63 1 f35"/>
                  <a:gd name="f83" fmla="*/ f64 1 f34"/>
                  <a:gd name="f84" fmla="*/ f65 f29 1"/>
                  <a:gd name="f85" fmla="*/ f66 f29 1"/>
                  <a:gd name="f86" fmla="*/ f68 f30 1"/>
                  <a:gd name="f87" fmla="*/ f67 f30 1"/>
                  <a:gd name="f88" fmla="*/ f70 f29 1"/>
                  <a:gd name="f89" fmla="*/ f71 f30 1"/>
                  <a:gd name="f90" fmla="*/ f72 f29 1"/>
                  <a:gd name="f91" fmla="*/ f73 f30 1"/>
                  <a:gd name="f92" fmla="*/ f74 f29 1"/>
                  <a:gd name="f93" fmla="*/ f75 f30 1"/>
                  <a:gd name="f94" fmla="*/ f76 f29 1"/>
                  <a:gd name="f95" fmla="*/ f77 f30 1"/>
                  <a:gd name="f96" fmla="*/ f78 f29 1"/>
                  <a:gd name="f97" fmla="*/ f79 f30 1"/>
                  <a:gd name="f98" fmla="*/ f80 f29 1"/>
                  <a:gd name="f99" fmla="*/ f81 f30 1"/>
                  <a:gd name="f100" fmla="*/ f82 f30 1"/>
                  <a:gd name="f101" fmla="*/ f83 f2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69">
                    <a:pos x="f88" y="f89"/>
                  </a:cxn>
                  <a:cxn ang="f69">
                    <a:pos x="f90" y="f91"/>
                  </a:cxn>
                  <a:cxn ang="f69">
                    <a:pos x="f92" y="f93"/>
                  </a:cxn>
                  <a:cxn ang="f69">
                    <a:pos x="f94" y="f95"/>
                  </a:cxn>
                  <a:cxn ang="f69">
                    <a:pos x="f96" y="f97"/>
                  </a:cxn>
                  <a:cxn ang="f69">
                    <a:pos x="f98" y="f99"/>
                  </a:cxn>
                  <a:cxn ang="f69">
                    <a:pos x="f90" y="f100"/>
                  </a:cxn>
                  <a:cxn ang="f69">
                    <a:pos x="f101" y="f89"/>
                  </a:cxn>
                </a:cxnLst>
                <a:rect l="f84" t="f87" r="f85" b="f86"/>
                <a:pathLst>
                  <a:path w="3478701" h="2164843">
                    <a:moveTo>
                      <a:pt x="f6" y="f7"/>
                    </a:moveTo>
                    <a:cubicBezTo>
                      <a:pt x="f6" y="f8"/>
                      <a:pt x="f9" y="f5"/>
                      <a:pt x="f10" y="f5"/>
                    </a:cubicBezTo>
                    <a:cubicBezTo>
                      <a:pt x="f11" y="f5"/>
                      <a:pt x="f12" y="f13"/>
                      <a:pt x="f14" y="f15"/>
                    </a:cubicBezTo>
                    <a:lnTo>
                      <a:pt x="f5" y="f16"/>
                    </a:lnTo>
                    <a:lnTo>
                      <a:pt x="f17" y="f18"/>
                    </a:lnTo>
                    <a:lnTo>
                      <a:pt x="f19" y="f20"/>
                    </a:lnTo>
                    <a:cubicBezTo>
                      <a:pt x="f21" y="f22"/>
                      <a:pt x="f23" y="f24"/>
                      <a:pt x="f10" y="f24"/>
                    </a:cubicBezTo>
                    <a:cubicBezTo>
                      <a:pt x="f25" y="f24"/>
                      <a:pt x="f26" y="f27"/>
                      <a:pt x="f26" y="f7"/>
                    </a:cubicBezTo>
                    <a:close/>
                  </a:path>
                </a:pathLst>
              </a:custGeom>
              <a:solidFill>
                <a:srgbClr val="7771B2">
                  <a:alpha val="40000"/>
                </a:srgbClr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it-IT" sz="1800" b="0" i="0" u="none" strike="noStrike" kern="1200" cap="none" spc="0" baseline="0">
                  <a:solidFill>
                    <a:srgbClr val="FFFFFF"/>
                  </a:solidFill>
                  <a:uFillTx/>
                  <a:latin typeface="Gill Sans MT"/>
                </a:endParaRPr>
              </a:p>
            </p:txBody>
          </p:sp>
          <p:sp>
            <p:nvSpPr>
              <p:cNvPr id="6" name="Ovale 10">
                <a:extLst>
                  <a:ext uri="{FF2B5EF4-FFF2-40B4-BE49-F238E27FC236}">
                    <a16:creationId xmlns:a16="http://schemas.microsoft.com/office/drawing/2014/main" id="{6F83BC82-1A76-B856-1D8D-44C4856AE739}"/>
                  </a:ext>
                </a:extLst>
              </p:cNvPr>
              <p:cNvSpPr/>
              <p:nvPr/>
            </p:nvSpPr>
            <p:spPr>
              <a:xfrm rot="13500015" flipH="1">
                <a:off x="10452444" y="2788039"/>
                <a:ext cx="214198" cy="933181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+- 2700000 f2 0"/>
                  <a:gd name="f15" fmla="*/ f9 f1 1"/>
                  <a:gd name="f16" fmla="*/ f10 f1 1"/>
                  <a:gd name="f17" fmla="?: f11 f4 1"/>
                  <a:gd name="f18" fmla="?: f12 f5 1"/>
                  <a:gd name="f19" fmla="?: f13 f6 1"/>
                  <a:gd name="f20" fmla="+- f14 0 f2"/>
                  <a:gd name="f21" fmla="*/ f15 1 f3"/>
                  <a:gd name="f22" fmla="*/ f16 1 f3"/>
                  <a:gd name="f23" fmla="*/ f17 1 21600"/>
                  <a:gd name="f24" fmla="*/ f18 1 21600"/>
                  <a:gd name="f25" fmla="*/ 21600 f17 1"/>
                  <a:gd name="f26" fmla="*/ 21600 f18 1"/>
                  <a:gd name="f27" fmla="+- f20 f2 0"/>
                  <a:gd name="f28" fmla="+- f21 0 f2"/>
                  <a:gd name="f29" fmla="+- f22 0 f2"/>
                  <a:gd name="f30" fmla="min f24 f23"/>
                  <a:gd name="f31" fmla="*/ f25 1 f19"/>
                  <a:gd name="f32" fmla="*/ f26 1 f19"/>
                  <a:gd name="f33" fmla="*/ f27 f8 1"/>
                  <a:gd name="f34" fmla="val f31"/>
                  <a:gd name="f35" fmla="val f32"/>
                  <a:gd name="f36" fmla="*/ f33 1 f1"/>
                  <a:gd name="f37" fmla="*/ f7 f30 1"/>
                  <a:gd name="f38" fmla="+- f35 0 f7"/>
                  <a:gd name="f39" fmla="+- f34 0 f7"/>
                  <a:gd name="f40" fmla="+- 0 0 f36"/>
                  <a:gd name="f41" fmla="*/ f38 1 2"/>
                  <a:gd name="f42" fmla="*/ f39 1 2"/>
                  <a:gd name="f43" fmla="+- 0 0 f40"/>
                  <a:gd name="f44" fmla="+- f7 f41 0"/>
                  <a:gd name="f45" fmla="+- f7 f42 0"/>
                  <a:gd name="f46" fmla="*/ f43 f1 1"/>
                  <a:gd name="f47" fmla="*/ f42 f30 1"/>
                  <a:gd name="f48" fmla="*/ f41 f30 1"/>
                  <a:gd name="f49" fmla="*/ f46 1 f8"/>
                  <a:gd name="f50" fmla="*/ f44 f30 1"/>
                  <a:gd name="f51" fmla="+- f49 0 f2"/>
                  <a:gd name="f52" fmla="cos 1 f51"/>
                  <a:gd name="f53" fmla="sin 1 f51"/>
                  <a:gd name="f54" fmla="+- 0 0 f52"/>
                  <a:gd name="f55" fmla="+- 0 0 f53"/>
                  <a:gd name="f56" fmla="+- 0 0 f54"/>
                  <a:gd name="f57" fmla="+- 0 0 f55"/>
                  <a:gd name="f58" fmla="val f56"/>
                  <a:gd name="f59" fmla="val f57"/>
                  <a:gd name="f60" fmla="*/ f58 f42 1"/>
                  <a:gd name="f61" fmla="*/ f59 f41 1"/>
                  <a:gd name="f62" fmla="+- f45 0 f60"/>
                  <a:gd name="f63" fmla="+- f45 f60 0"/>
                  <a:gd name="f64" fmla="+- f44 0 f61"/>
                  <a:gd name="f65" fmla="+- f44 f61 0"/>
                  <a:gd name="f66" fmla="*/ f62 f30 1"/>
                  <a:gd name="f67" fmla="*/ f64 f30 1"/>
                  <a:gd name="f68" fmla="*/ f63 f30 1"/>
                  <a:gd name="f69" fmla="*/ f65 f3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8">
                    <a:pos x="f66" y="f67"/>
                  </a:cxn>
                  <a:cxn ang="f29">
                    <a:pos x="f66" y="f69"/>
                  </a:cxn>
                  <a:cxn ang="f29">
                    <a:pos x="f68" y="f69"/>
                  </a:cxn>
                  <a:cxn ang="f28">
                    <a:pos x="f68" y="f67"/>
                  </a:cxn>
                </a:cxnLst>
                <a:rect l="f66" t="f67" r="f68" b="f69"/>
                <a:pathLst>
                  <a:path>
                    <a:moveTo>
                      <a:pt x="f37" y="f50"/>
                    </a:moveTo>
                    <a:arcTo wR="f47" hR="f48" stAng="f1" swAng="f0"/>
                    <a:close/>
                  </a:path>
                </a:pathLst>
              </a:custGeom>
              <a:solidFill>
                <a:srgbClr val="2C284A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it-IT" sz="1800" b="0" i="0" u="none" strike="noStrike" kern="1200" cap="none" spc="0" baseline="0">
                  <a:solidFill>
                    <a:srgbClr val="FFFFFF"/>
                  </a:solidFill>
                  <a:uFillTx/>
                  <a:latin typeface="Gill Sans MT"/>
                </a:endParaRPr>
              </a:p>
            </p:txBody>
          </p:sp>
        </p:grpSp>
      </p:grpSp>
      <p:grpSp>
        <p:nvGrpSpPr>
          <p:cNvPr id="7" name="Gruppo 18">
            <a:extLst>
              <a:ext uri="{FF2B5EF4-FFF2-40B4-BE49-F238E27FC236}">
                <a16:creationId xmlns:a16="http://schemas.microsoft.com/office/drawing/2014/main" id="{5DD1FB68-31F9-8114-B7D0-28B59C820638}"/>
              </a:ext>
            </a:extLst>
          </p:cNvPr>
          <p:cNvGrpSpPr/>
          <p:nvPr/>
        </p:nvGrpSpPr>
        <p:grpSpPr>
          <a:xfrm>
            <a:off x="8887236" y="4924827"/>
            <a:ext cx="1262950" cy="1335602"/>
            <a:chOff x="8887236" y="4924827"/>
            <a:chExt cx="1262950" cy="1335602"/>
          </a:xfrm>
        </p:grpSpPr>
        <p:sp>
          <p:nvSpPr>
            <p:cNvPr id="8" name="Figura a mano libera: Forma 25">
              <a:extLst>
                <a:ext uri="{FF2B5EF4-FFF2-40B4-BE49-F238E27FC236}">
                  <a16:creationId xmlns:a16="http://schemas.microsoft.com/office/drawing/2014/main" id="{A286D270-3F0B-253A-95D2-7FF03EEFF469}"/>
                </a:ext>
              </a:extLst>
            </p:cNvPr>
            <p:cNvSpPr/>
            <p:nvPr/>
          </p:nvSpPr>
          <p:spPr>
            <a:xfrm rot="8099985">
              <a:off x="8978712" y="5088956"/>
              <a:ext cx="1079997" cy="126295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80000"/>
                <a:gd name="f7" fmla="val 1262947"/>
                <a:gd name="f8" fmla="val 540000"/>
                <a:gd name="f9" fmla="val 1064374"/>
                <a:gd name="f10" fmla="val 931034"/>
                <a:gd name="f11" fmla="val 1069029"/>
                <a:gd name="f12" fmla="val 938533"/>
                <a:gd name="f13" fmla="val 1076223"/>
                <a:gd name="f14" fmla="val 956109"/>
                <a:gd name="f15" fmla="val 974307"/>
                <a:gd name="f16" fmla="val 992947"/>
                <a:gd name="f17" fmla="val 1142064"/>
                <a:gd name="f18" fmla="val 838234"/>
                <a:gd name="f19" fmla="val 241766"/>
                <a:gd name="f20" fmla="val 3778"/>
                <a:gd name="f21" fmla="val 10971"/>
                <a:gd name="f22" fmla="val 15626"/>
                <a:gd name="f23" fmla="+- 0 0 -90"/>
                <a:gd name="f24" fmla="*/ f3 1 1080000"/>
                <a:gd name="f25" fmla="*/ f4 1 1262947"/>
                <a:gd name="f26" fmla="+- f7 0 f5"/>
                <a:gd name="f27" fmla="+- f6 0 f5"/>
                <a:gd name="f28" fmla="*/ f23 f0 1"/>
                <a:gd name="f29" fmla="*/ f27 1 1080000"/>
                <a:gd name="f30" fmla="*/ f26 1 1262947"/>
                <a:gd name="f31" fmla="*/ 540000 f27 1"/>
                <a:gd name="f32" fmla="*/ 0 f26 1"/>
                <a:gd name="f33" fmla="*/ 1080000 f27 1"/>
                <a:gd name="f34" fmla="*/ 931034 f26 1"/>
                <a:gd name="f35" fmla="*/ 1064374 f27 1"/>
                <a:gd name="f36" fmla="*/ 1069029 f27 1"/>
                <a:gd name="f37" fmla="*/ 938533 f26 1"/>
                <a:gd name="f38" fmla="*/ 992947 f26 1"/>
                <a:gd name="f39" fmla="*/ 1262947 f26 1"/>
                <a:gd name="f40" fmla="*/ 0 f27 1"/>
                <a:gd name="f41" fmla="*/ 10971 f27 1"/>
                <a:gd name="f42" fmla="*/ 15626 f27 1"/>
                <a:gd name="f43" fmla="*/ f28 1 f2"/>
                <a:gd name="f44" fmla="*/ f31 1 1080000"/>
                <a:gd name="f45" fmla="*/ f32 1 1262947"/>
                <a:gd name="f46" fmla="*/ f33 1 1080000"/>
                <a:gd name="f47" fmla="*/ f34 1 1262947"/>
                <a:gd name="f48" fmla="*/ f35 1 1080000"/>
                <a:gd name="f49" fmla="*/ f36 1 1080000"/>
                <a:gd name="f50" fmla="*/ f37 1 1262947"/>
                <a:gd name="f51" fmla="*/ f38 1 1262947"/>
                <a:gd name="f52" fmla="*/ f39 1 1262947"/>
                <a:gd name="f53" fmla="*/ f40 1 1080000"/>
                <a:gd name="f54" fmla="*/ f41 1 1080000"/>
                <a:gd name="f55" fmla="*/ f42 1 1080000"/>
                <a:gd name="f56" fmla="*/ f5 1 f29"/>
                <a:gd name="f57" fmla="*/ f6 1 f29"/>
                <a:gd name="f58" fmla="*/ f5 1 f30"/>
                <a:gd name="f59" fmla="*/ f7 1 f30"/>
                <a:gd name="f60" fmla="+- f43 0 f1"/>
                <a:gd name="f61" fmla="*/ f44 1 f29"/>
                <a:gd name="f62" fmla="*/ f45 1 f30"/>
                <a:gd name="f63" fmla="*/ f48 1 f29"/>
                <a:gd name="f64" fmla="*/ f47 1 f30"/>
                <a:gd name="f65" fmla="*/ f49 1 f29"/>
                <a:gd name="f66" fmla="*/ f50 1 f30"/>
                <a:gd name="f67" fmla="*/ f46 1 f29"/>
                <a:gd name="f68" fmla="*/ f51 1 f30"/>
                <a:gd name="f69" fmla="*/ f52 1 f30"/>
                <a:gd name="f70" fmla="*/ f53 1 f29"/>
                <a:gd name="f71" fmla="*/ f54 1 f29"/>
                <a:gd name="f72" fmla="*/ f55 1 f29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5 1"/>
                <a:gd name="f86" fmla="*/ f70 f24 1"/>
                <a:gd name="f87" fmla="*/ f71 f24 1"/>
                <a:gd name="f88" fmla="*/ f72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7" y="f85"/>
                </a:cxn>
                <a:cxn ang="f60">
                  <a:pos x="f86" y="f84"/>
                </a:cxn>
                <a:cxn ang="f60">
                  <a:pos x="f87" y="f82"/>
                </a:cxn>
                <a:cxn ang="f60">
                  <a:pos x="f88" y="f80"/>
                </a:cxn>
                <a:cxn ang="f60">
                  <a:pos x="f77" y="f78"/>
                </a:cxn>
              </a:cxnLst>
              <a:rect l="f73" t="f76" r="f74" b="f75"/>
              <a:pathLst>
                <a:path w="1080000" h="1262947">
                  <a:moveTo>
                    <a:pt x="f8" y="f5"/>
                  </a:moveTo>
                  <a:lnTo>
                    <a:pt x="f9" y="f10"/>
                  </a:lnTo>
                  <a:lnTo>
                    <a:pt x="f11" y="f12"/>
                  </a:lnTo>
                  <a:cubicBezTo>
                    <a:pt x="f13" y="f14"/>
                    <a:pt x="f6" y="f15"/>
                    <a:pt x="f6" y="f16"/>
                  </a:cubicBezTo>
                  <a:cubicBezTo>
                    <a:pt x="f6" y="f17"/>
                    <a:pt x="f18" y="f7"/>
                    <a:pt x="f8" y="f7"/>
                  </a:cubicBezTo>
                  <a:cubicBezTo>
                    <a:pt x="f19" y="f7"/>
                    <a:pt x="f5" y="f17"/>
                    <a:pt x="f5" y="f16"/>
                  </a:cubicBezTo>
                  <a:cubicBezTo>
                    <a:pt x="f5" y="f15"/>
                    <a:pt x="f20" y="f14"/>
                    <a:pt x="f21" y="f12"/>
                  </a:cubicBezTo>
                  <a:lnTo>
                    <a:pt x="f22" y="f10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/>
                </a:gs>
                <a:gs pos="100000">
                  <a:srgbClr val="3C3867"/>
                </a:gs>
              </a:gsLst>
              <a:lin ang="6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9" name="Ovale 20">
              <a:extLst>
                <a:ext uri="{FF2B5EF4-FFF2-40B4-BE49-F238E27FC236}">
                  <a16:creationId xmlns:a16="http://schemas.microsoft.com/office/drawing/2014/main" id="{24B33676-29EB-5E8D-AE06-3E245FBCB18A}"/>
                </a:ext>
              </a:extLst>
            </p:cNvPr>
            <p:cNvSpPr/>
            <p:nvPr/>
          </p:nvSpPr>
          <p:spPr>
            <a:xfrm rot="13499997">
              <a:off x="8993107" y="4924827"/>
              <a:ext cx="539998" cy="1079997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gradFill>
              <a:gsLst>
                <a:gs pos="0">
                  <a:srgbClr val="454075">
                    <a:alpha val="33000"/>
                  </a:srgbClr>
                </a:gs>
                <a:gs pos="100000">
                  <a:srgbClr val="5BEFC1">
                    <a:alpha val="0"/>
                  </a:srgbClr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grpSp>
        <p:nvGrpSpPr>
          <p:cNvPr id="10" name="Gruppo 11">
            <a:extLst>
              <a:ext uri="{FF2B5EF4-FFF2-40B4-BE49-F238E27FC236}">
                <a16:creationId xmlns:a16="http://schemas.microsoft.com/office/drawing/2014/main" id="{2DACE231-6CF1-623F-8D10-F99386287B4C}"/>
              </a:ext>
            </a:extLst>
          </p:cNvPr>
          <p:cNvGrpSpPr/>
          <p:nvPr/>
        </p:nvGrpSpPr>
        <p:grpSpPr>
          <a:xfrm>
            <a:off x="613993" y="5374225"/>
            <a:ext cx="767995" cy="950525"/>
            <a:chOff x="613993" y="5374225"/>
            <a:chExt cx="767995" cy="950525"/>
          </a:xfrm>
        </p:grpSpPr>
        <p:sp>
          <p:nvSpPr>
            <p:cNvPr id="11" name="Figura a mano libera: Forma 12">
              <a:extLst>
                <a:ext uri="{FF2B5EF4-FFF2-40B4-BE49-F238E27FC236}">
                  <a16:creationId xmlns:a16="http://schemas.microsoft.com/office/drawing/2014/main" id="{39779656-49B5-0C2F-ED3D-BB313830640D}"/>
                </a:ext>
              </a:extLst>
            </p:cNvPr>
            <p:cNvSpPr/>
            <p:nvPr/>
          </p:nvSpPr>
          <p:spPr>
            <a:xfrm rot="2700006" flipH="1" flipV="1">
              <a:off x="392003" y="5629513"/>
              <a:ext cx="926982" cy="46349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58746"/>
                <a:gd name="f7" fmla="val 1329373"/>
                <a:gd name="f8" fmla="val 2063565"/>
                <a:gd name="f9" fmla="val 595181"/>
                <a:gd name="f10" fmla="val 1994059"/>
                <a:gd name="f11" fmla="val 962277"/>
                <a:gd name="f12" fmla="val 1696469"/>
                <a:gd name="f13" fmla="val 664687"/>
                <a:gd name="f14" fmla="+- 0 0 -90"/>
                <a:gd name="f15" fmla="*/ f3 1 2658746"/>
                <a:gd name="f16" fmla="*/ f4 1 1329373"/>
                <a:gd name="f17" fmla="+- f7 0 f5"/>
                <a:gd name="f18" fmla="+- f6 0 f5"/>
                <a:gd name="f19" fmla="*/ f14 f0 1"/>
                <a:gd name="f20" fmla="*/ f18 1 2658746"/>
                <a:gd name="f21" fmla="*/ f17 1 1329373"/>
                <a:gd name="f22" fmla="*/ 1329373 f18 1"/>
                <a:gd name="f23" fmla="*/ 0 f17 1"/>
                <a:gd name="f24" fmla="*/ 2658746 f18 1"/>
                <a:gd name="f25" fmla="*/ 1329373 f17 1"/>
                <a:gd name="f26" fmla="*/ 1994059 f18 1"/>
                <a:gd name="f27" fmla="*/ 664687 f17 1"/>
                <a:gd name="f28" fmla="*/ 664687 f18 1"/>
                <a:gd name="f29" fmla="*/ 0 f18 1"/>
                <a:gd name="f30" fmla="*/ f19 1 f2"/>
                <a:gd name="f31" fmla="*/ f22 1 2658746"/>
                <a:gd name="f32" fmla="*/ f23 1 1329373"/>
                <a:gd name="f33" fmla="*/ f24 1 2658746"/>
                <a:gd name="f34" fmla="*/ f25 1 1329373"/>
                <a:gd name="f35" fmla="*/ f26 1 2658746"/>
                <a:gd name="f36" fmla="*/ f27 1 1329373"/>
                <a:gd name="f37" fmla="*/ f28 1 2658746"/>
                <a:gd name="f38" fmla="*/ f29 1 2658746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1"/>
                <a:gd name="f50" fmla="*/ f37 1 f20"/>
                <a:gd name="f51" fmla="*/ f38 1 f20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56" y="f61"/>
                </a:cxn>
                <a:cxn ang="f43">
                  <a:pos x="f62" y="f59"/>
                </a:cxn>
                <a:cxn ang="f43">
                  <a:pos x="f63" y="f59"/>
                </a:cxn>
                <a:cxn ang="f43">
                  <a:pos x="f56" y="f57"/>
                </a:cxn>
              </a:cxnLst>
              <a:rect l="f52" t="f55" r="f53" b="f54"/>
              <a:pathLst>
                <a:path w="2658746" h="1329373">
                  <a:moveTo>
                    <a:pt x="f7" y="f5"/>
                  </a:moveTo>
                  <a:cubicBezTo>
                    <a:pt x="f8" y="f5"/>
                    <a:pt x="f6" y="f9"/>
                    <a:pt x="f6" y="f7"/>
                  </a:cubicBezTo>
                  <a:lnTo>
                    <a:pt x="f10" y="f7"/>
                  </a:lnTo>
                  <a:cubicBezTo>
                    <a:pt x="f10" y="f11"/>
                    <a:pt x="f12" y="f13"/>
                    <a:pt x="f7" y="f13"/>
                  </a:cubicBezTo>
                  <a:cubicBezTo>
                    <a:pt x="f11" y="f13"/>
                    <a:pt x="f13" y="f11"/>
                    <a:pt x="f13" y="f7"/>
                  </a:cubicBezTo>
                  <a:lnTo>
                    <a:pt x="f5" y="f7"/>
                  </a:lnTo>
                  <a:cubicBezTo>
                    <a:pt x="f5" y="f9"/>
                    <a:pt x="f9" y="f5"/>
                    <a:pt x="f7" y="f5"/>
                  </a:cubicBezTo>
                  <a:close/>
                </a:path>
              </a:pathLst>
            </a:custGeom>
            <a:solidFill>
              <a:srgbClr val="1B192E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2" name="Ovale 13">
              <a:extLst>
                <a:ext uri="{FF2B5EF4-FFF2-40B4-BE49-F238E27FC236}">
                  <a16:creationId xmlns:a16="http://schemas.microsoft.com/office/drawing/2014/main" id="{D99FA0B2-DC28-0275-2A00-E3D0AC6EB1B9}"/>
                </a:ext>
              </a:extLst>
            </p:cNvPr>
            <p:cNvSpPr/>
            <p:nvPr/>
          </p:nvSpPr>
          <p:spPr>
            <a:xfrm rot="8099985" flipH="1" flipV="1">
              <a:off x="1238569" y="5825260"/>
              <a:ext cx="53547" cy="23329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3" name="Ovale 14">
              <a:extLst>
                <a:ext uri="{FF2B5EF4-FFF2-40B4-BE49-F238E27FC236}">
                  <a16:creationId xmlns:a16="http://schemas.microsoft.com/office/drawing/2014/main" id="{E5B1BFB8-8E2F-DCF6-96E4-8C484823D5BB}"/>
                </a:ext>
              </a:extLst>
            </p:cNvPr>
            <p:cNvSpPr/>
            <p:nvPr/>
          </p:nvSpPr>
          <p:spPr>
            <a:xfrm rot="8099985" flipH="1" flipV="1">
              <a:off x="748067" y="5334748"/>
              <a:ext cx="53547" cy="23329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4" name="Figura a mano libera: Forma 15">
              <a:extLst>
                <a:ext uri="{FF2B5EF4-FFF2-40B4-BE49-F238E27FC236}">
                  <a16:creationId xmlns:a16="http://schemas.microsoft.com/office/drawing/2014/main" id="{7A2754CB-23C2-BF98-10EF-78E653E9AA1E}"/>
                </a:ext>
              </a:extLst>
            </p:cNvPr>
            <p:cNvSpPr/>
            <p:nvPr/>
          </p:nvSpPr>
          <p:spPr>
            <a:xfrm rot="2700006" flipH="1" flipV="1">
              <a:off x="415545" y="5572673"/>
              <a:ext cx="926982" cy="5300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58746"/>
                <a:gd name="f7" fmla="val 1329373"/>
                <a:gd name="f8" fmla="val 2063565"/>
                <a:gd name="f9" fmla="val 595181"/>
                <a:gd name="f10" fmla="val 1994059"/>
                <a:gd name="f11" fmla="val 962277"/>
                <a:gd name="f12" fmla="val 1696469"/>
                <a:gd name="f13" fmla="val 664687"/>
                <a:gd name="f14" fmla="+- 0 0 -90"/>
                <a:gd name="f15" fmla="*/ f3 1 2658746"/>
                <a:gd name="f16" fmla="*/ f4 1 1329373"/>
                <a:gd name="f17" fmla="+- f7 0 f5"/>
                <a:gd name="f18" fmla="+- f6 0 f5"/>
                <a:gd name="f19" fmla="*/ f14 f0 1"/>
                <a:gd name="f20" fmla="*/ f18 1 2658746"/>
                <a:gd name="f21" fmla="*/ f17 1 1329373"/>
                <a:gd name="f22" fmla="*/ 1329373 f18 1"/>
                <a:gd name="f23" fmla="*/ 0 f17 1"/>
                <a:gd name="f24" fmla="*/ 2658746 f18 1"/>
                <a:gd name="f25" fmla="*/ 1329373 f17 1"/>
                <a:gd name="f26" fmla="*/ 1994059 f18 1"/>
                <a:gd name="f27" fmla="*/ 664687 f17 1"/>
                <a:gd name="f28" fmla="*/ 664687 f18 1"/>
                <a:gd name="f29" fmla="*/ 0 f18 1"/>
                <a:gd name="f30" fmla="*/ f19 1 f2"/>
                <a:gd name="f31" fmla="*/ f22 1 2658746"/>
                <a:gd name="f32" fmla="*/ f23 1 1329373"/>
                <a:gd name="f33" fmla="*/ f24 1 2658746"/>
                <a:gd name="f34" fmla="*/ f25 1 1329373"/>
                <a:gd name="f35" fmla="*/ f26 1 2658746"/>
                <a:gd name="f36" fmla="*/ f27 1 1329373"/>
                <a:gd name="f37" fmla="*/ f28 1 2658746"/>
                <a:gd name="f38" fmla="*/ f29 1 2658746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1"/>
                <a:gd name="f50" fmla="*/ f37 1 f20"/>
                <a:gd name="f51" fmla="*/ f38 1 f20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56" y="f61"/>
                </a:cxn>
                <a:cxn ang="f43">
                  <a:pos x="f62" y="f59"/>
                </a:cxn>
                <a:cxn ang="f43">
                  <a:pos x="f63" y="f59"/>
                </a:cxn>
                <a:cxn ang="f43">
                  <a:pos x="f56" y="f57"/>
                </a:cxn>
              </a:cxnLst>
              <a:rect l="f52" t="f55" r="f53" b="f54"/>
              <a:pathLst>
                <a:path w="2658746" h="1329373">
                  <a:moveTo>
                    <a:pt x="f7" y="f5"/>
                  </a:moveTo>
                  <a:cubicBezTo>
                    <a:pt x="f8" y="f5"/>
                    <a:pt x="f6" y="f9"/>
                    <a:pt x="f6" y="f7"/>
                  </a:cubicBezTo>
                  <a:lnTo>
                    <a:pt x="f10" y="f7"/>
                  </a:lnTo>
                  <a:cubicBezTo>
                    <a:pt x="f10" y="f11"/>
                    <a:pt x="f12" y="f13"/>
                    <a:pt x="f7" y="f13"/>
                  </a:cubicBezTo>
                  <a:cubicBezTo>
                    <a:pt x="f11" y="f13"/>
                    <a:pt x="f13" y="f11"/>
                    <a:pt x="f13" y="f7"/>
                  </a:cubicBezTo>
                  <a:lnTo>
                    <a:pt x="f5" y="f7"/>
                  </a:lnTo>
                  <a:cubicBezTo>
                    <a:pt x="f5" y="f9"/>
                    <a:pt x="f9" y="f5"/>
                    <a:pt x="f7" y="f5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15" name="Titolo 1">
            <a:extLst>
              <a:ext uri="{FF2B5EF4-FFF2-40B4-BE49-F238E27FC236}">
                <a16:creationId xmlns:a16="http://schemas.microsoft.com/office/drawing/2014/main" id="{1650B5CD-894F-091D-551A-AE546ABD8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498476"/>
            <a:ext cx="7960418" cy="145022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2E896E18-B0A4-1E9D-1423-303D9295434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81338" y="2103037"/>
            <a:ext cx="7929941" cy="3979624"/>
          </a:xfrm>
        </p:spPr>
        <p:txBody>
          <a:bodyPr/>
          <a:lstStyle>
            <a:lvl1pPr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7" name="Segnaposto data 3">
            <a:extLst>
              <a:ext uri="{FF2B5EF4-FFF2-40B4-BE49-F238E27FC236}">
                <a16:creationId xmlns:a16="http://schemas.microsoft.com/office/drawing/2014/main" id="{4383CDD1-AEE4-2115-2DF9-22F90A7B405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18" name="Segnaposto piè di pagina 4">
            <a:extLst>
              <a:ext uri="{FF2B5EF4-FFF2-40B4-BE49-F238E27FC236}">
                <a16:creationId xmlns:a16="http://schemas.microsoft.com/office/drawing/2014/main" id="{3C67EF3A-0406-70FC-7CF8-87A24E3CC5D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19" name="Segnaposto numero diapositiva 5">
            <a:extLst>
              <a:ext uri="{FF2B5EF4-FFF2-40B4-BE49-F238E27FC236}">
                <a16:creationId xmlns:a16="http://schemas.microsoft.com/office/drawing/2014/main" id="{F6766618-4CC0-581B-476B-6F42DF792D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A8101F-219B-40BF-A019-8F5A255D081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94431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+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7">
            <a:extLst>
              <a:ext uri="{FF2B5EF4-FFF2-40B4-BE49-F238E27FC236}">
                <a16:creationId xmlns:a16="http://schemas.microsoft.com/office/drawing/2014/main" id="{EAD46703-59D1-D6FD-F26B-13EAAD7D409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it-IT"/>
              <a:t>Fare clic sull'icona per inserire un'immagine</a:t>
            </a: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F4F9EB70-22BF-82B2-480D-F12382FD7B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3" y="1376684"/>
            <a:ext cx="9144000" cy="2286000"/>
          </a:xfrm>
        </p:spPr>
        <p:txBody>
          <a:bodyPr anchor="b" anchorCtr="1">
            <a:noAutofit/>
          </a:bodyPr>
          <a:lstStyle>
            <a:lvl1pPr algn="ctr">
              <a:lnSpc>
                <a:spcPct val="90000"/>
              </a:lnSpc>
              <a:defRPr sz="54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3505930A-27EA-F692-3225-13F36494D33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24003" y="3799844"/>
            <a:ext cx="9144000" cy="2286000"/>
          </a:xfrm>
        </p:spPr>
        <p:txBody>
          <a:bodyPr anchorCtr="1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it-IT"/>
              <a:t>Fare clic per modificare lo stile del sottotitolo dello schema</a:t>
            </a:r>
          </a:p>
        </p:txBody>
      </p:sp>
      <p:sp>
        <p:nvSpPr>
          <p:cNvPr id="5" name="Segnaposto data 3">
            <a:extLst>
              <a:ext uri="{FF2B5EF4-FFF2-40B4-BE49-F238E27FC236}">
                <a16:creationId xmlns:a16="http://schemas.microsoft.com/office/drawing/2014/main" id="{3CD43C8B-0215-546E-9B3E-903F891A2C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042CC6DC-A898-FF8D-A5DD-2996825EF21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FD13164E-6071-6D41-45D1-0C2E39BC3A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D99CF8-E3E8-441D-83CF-4E575FB09BD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99748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21">
            <a:extLst>
              <a:ext uri="{FF2B5EF4-FFF2-40B4-BE49-F238E27FC236}">
                <a16:creationId xmlns:a16="http://schemas.microsoft.com/office/drawing/2014/main" id="{C1A4387B-1615-D029-6CBC-C5BAC5074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69863" y="333371"/>
            <a:ext cx="359999" cy="359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grpSp>
        <p:nvGrpSpPr>
          <p:cNvPr id="3" name="Gruppo 12">
            <a:extLst>
              <a:ext uri="{FF2B5EF4-FFF2-40B4-BE49-F238E27FC236}">
                <a16:creationId xmlns:a16="http://schemas.microsoft.com/office/drawing/2014/main" id="{756CBD24-8DD8-6718-E8F0-A168E4F35650}"/>
              </a:ext>
            </a:extLst>
          </p:cNvPr>
          <p:cNvGrpSpPr/>
          <p:nvPr/>
        </p:nvGrpSpPr>
        <p:grpSpPr>
          <a:xfrm>
            <a:off x="249724" y="5528219"/>
            <a:ext cx="713527" cy="539998"/>
            <a:chOff x="249724" y="5528219"/>
            <a:chExt cx="713527" cy="539998"/>
          </a:xfrm>
        </p:grpSpPr>
        <p:sp>
          <p:nvSpPr>
            <p:cNvPr id="4" name="Figura a mano libera: Forma 19">
              <a:extLst>
                <a:ext uri="{FF2B5EF4-FFF2-40B4-BE49-F238E27FC236}">
                  <a16:creationId xmlns:a16="http://schemas.microsoft.com/office/drawing/2014/main" id="{B99E8EB3-7B93-187C-CB8B-03B5105F8740}"/>
                </a:ext>
              </a:extLst>
            </p:cNvPr>
            <p:cNvSpPr/>
            <p:nvPr/>
          </p:nvSpPr>
          <p:spPr>
            <a:xfrm rot="2700006">
              <a:off x="377515" y="5482480"/>
              <a:ext cx="539998" cy="6314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80000"/>
                <a:gd name="f7" fmla="val 1262947"/>
                <a:gd name="f8" fmla="val 540000"/>
                <a:gd name="f9" fmla="val 1064374"/>
                <a:gd name="f10" fmla="val 931034"/>
                <a:gd name="f11" fmla="val 1069029"/>
                <a:gd name="f12" fmla="val 938533"/>
                <a:gd name="f13" fmla="val 1076223"/>
                <a:gd name="f14" fmla="val 956109"/>
                <a:gd name="f15" fmla="val 974307"/>
                <a:gd name="f16" fmla="val 992947"/>
                <a:gd name="f17" fmla="val 1142064"/>
                <a:gd name="f18" fmla="val 838234"/>
                <a:gd name="f19" fmla="val 241766"/>
                <a:gd name="f20" fmla="val 3778"/>
                <a:gd name="f21" fmla="val 10971"/>
                <a:gd name="f22" fmla="val 15626"/>
                <a:gd name="f23" fmla="+- 0 0 -90"/>
                <a:gd name="f24" fmla="*/ f3 1 1080000"/>
                <a:gd name="f25" fmla="*/ f4 1 1262947"/>
                <a:gd name="f26" fmla="+- f7 0 f5"/>
                <a:gd name="f27" fmla="+- f6 0 f5"/>
                <a:gd name="f28" fmla="*/ f23 f0 1"/>
                <a:gd name="f29" fmla="*/ f27 1 1080000"/>
                <a:gd name="f30" fmla="*/ f26 1 1262947"/>
                <a:gd name="f31" fmla="*/ 540000 f27 1"/>
                <a:gd name="f32" fmla="*/ 0 f26 1"/>
                <a:gd name="f33" fmla="*/ 1080000 f27 1"/>
                <a:gd name="f34" fmla="*/ 931034 f26 1"/>
                <a:gd name="f35" fmla="*/ 1064374 f27 1"/>
                <a:gd name="f36" fmla="*/ 1069029 f27 1"/>
                <a:gd name="f37" fmla="*/ 938533 f26 1"/>
                <a:gd name="f38" fmla="*/ 992947 f26 1"/>
                <a:gd name="f39" fmla="*/ 1262947 f26 1"/>
                <a:gd name="f40" fmla="*/ 0 f27 1"/>
                <a:gd name="f41" fmla="*/ 10971 f27 1"/>
                <a:gd name="f42" fmla="*/ 15626 f27 1"/>
                <a:gd name="f43" fmla="*/ f28 1 f2"/>
                <a:gd name="f44" fmla="*/ f31 1 1080000"/>
                <a:gd name="f45" fmla="*/ f32 1 1262947"/>
                <a:gd name="f46" fmla="*/ f33 1 1080000"/>
                <a:gd name="f47" fmla="*/ f34 1 1262947"/>
                <a:gd name="f48" fmla="*/ f35 1 1080000"/>
                <a:gd name="f49" fmla="*/ f36 1 1080000"/>
                <a:gd name="f50" fmla="*/ f37 1 1262947"/>
                <a:gd name="f51" fmla="*/ f38 1 1262947"/>
                <a:gd name="f52" fmla="*/ f39 1 1262947"/>
                <a:gd name="f53" fmla="*/ f40 1 1080000"/>
                <a:gd name="f54" fmla="*/ f41 1 1080000"/>
                <a:gd name="f55" fmla="*/ f42 1 1080000"/>
                <a:gd name="f56" fmla="*/ f5 1 f29"/>
                <a:gd name="f57" fmla="*/ f6 1 f29"/>
                <a:gd name="f58" fmla="*/ f5 1 f30"/>
                <a:gd name="f59" fmla="*/ f7 1 f30"/>
                <a:gd name="f60" fmla="+- f43 0 f1"/>
                <a:gd name="f61" fmla="*/ f44 1 f29"/>
                <a:gd name="f62" fmla="*/ f45 1 f30"/>
                <a:gd name="f63" fmla="*/ f48 1 f29"/>
                <a:gd name="f64" fmla="*/ f47 1 f30"/>
                <a:gd name="f65" fmla="*/ f49 1 f29"/>
                <a:gd name="f66" fmla="*/ f50 1 f30"/>
                <a:gd name="f67" fmla="*/ f46 1 f29"/>
                <a:gd name="f68" fmla="*/ f51 1 f30"/>
                <a:gd name="f69" fmla="*/ f52 1 f30"/>
                <a:gd name="f70" fmla="*/ f53 1 f29"/>
                <a:gd name="f71" fmla="*/ f54 1 f29"/>
                <a:gd name="f72" fmla="*/ f55 1 f29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5 1"/>
                <a:gd name="f86" fmla="*/ f70 f24 1"/>
                <a:gd name="f87" fmla="*/ f71 f24 1"/>
                <a:gd name="f88" fmla="*/ f72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7" y="f85"/>
                </a:cxn>
                <a:cxn ang="f60">
                  <a:pos x="f86" y="f84"/>
                </a:cxn>
                <a:cxn ang="f60">
                  <a:pos x="f87" y="f82"/>
                </a:cxn>
                <a:cxn ang="f60">
                  <a:pos x="f88" y="f80"/>
                </a:cxn>
                <a:cxn ang="f60">
                  <a:pos x="f77" y="f78"/>
                </a:cxn>
              </a:cxnLst>
              <a:rect l="f73" t="f76" r="f74" b="f75"/>
              <a:pathLst>
                <a:path w="1080000" h="1262947">
                  <a:moveTo>
                    <a:pt x="f8" y="f5"/>
                  </a:moveTo>
                  <a:lnTo>
                    <a:pt x="f9" y="f10"/>
                  </a:lnTo>
                  <a:lnTo>
                    <a:pt x="f11" y="f12"/>
                  </a:lnTo>
                  <a:cubicBezTo>
                    <a:pt x="f13" y="f14"/>
                    <a:pt x="f6" y="f15"/>
                    <a:pt x="f6" y="f16"/>
                  </a:cubicBezTo>
                  <a:cubicBezTo>
                    <a:pt x="f6" y="f17"/>
                    <a:pt x="f18" y="f7"/>
                    <a:pt x="f8" y="f7"/>
                  </a:cubicBezTo>
                  <a:cubicBezTo>
                    <a:pt x="f19" y="f7"/>
                    <a:pt x="f5" y="f17"/>
                    <a:pt x="f5" y="f16"/>
                  </a:cubicBezTo>
                  <a:cubicBezTo>
                    <a:pt x="f5" y="f15"/>
                    <a:pt x="f20" y="f14"/>
                    <a:pt x="f21" y="f12"/>
                  </a:cubicBezTo>
                  <a:lnTo>
                    <a:pt x="f22" y="f10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/>
                </a:gs>
                <a:gs pos="100000">
                  <a:srgbClr val="454075"/>
                </a:gs>
              </a:gsLst>
              <a:lin ang="6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5" name="Ovale 20">
              <a:extLst>
                <a:ext uri="{FF2B5EF4-FFF2-40B4-BE49-F238E27FC236}">
                  <a16:creationId xmlns:a16="http://schemas.microsoft.com/office/drawing/2014/main" id="{376B9FB3-4CF0-D5A9-AE2A-10C634280FB9}"/>
                </a:ext>
              </a:extLst>
            </p:cNvPr>
            <p:cNvSpPr/>
            <p:nvPr/>
          </p:nvSpPr>
          <p:spPr>
            <a:xfrm rot="8099985">
              <a:off x="384721" y="5655995"/>
              <a:ext cx="270004" cy="53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gradFill>
              <a:gsLst>
                <a:gs pos="0">
                  <a:srgbClr val="23213C"/>
                </a:gs>
                <a:gs pos="100000">
                  <a:srgbClr val="2C284A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6" name="Titolo 1">
            <a:extLst>
              <a:ext uri="{FF2B5EF4-FFF2-40B4-BE49-F238E27FC236}">
                <a16:creationId xmlns:a16="http://schemas.microsoft.com/office/drawing/2014/main" id="{7442E845-336E-38F6-619B-940804BC26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08635"/>
            <a:ext cx="11090272" cy="1331997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A2226B4-7307-F06F-CF06-3E534924AC1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50861" y="2097176"/>
            <a:ext cx="5435595" cy="3995653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411480">
              <a:spcBef>
                <a:spcPts val="1000"/>
              </a:spcBef>
              <a:defRPr sz="1800"/>
            </a:lvl3pPr>
            <a:lvl4pPr marL="594360">
              <a:spcBef>
                <a:spcPts val="1000"/>
              </a:spcBef>
              <a:defRPr sz="1800"/>
            </a:lvl4pPr>
            <a:lvl5pPr marL="777240">
              <a:spcBef>
                <a:spcPts val="1000"/>
              </a:spcBef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0A567280-4D38-2E14-D6D0-B21BEAFF723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05539" y="2097176"/>
            <a:ext cx="5435595" cy="3995653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411480">
              <a:spcBef>
                <a:spcPts val="1000"/>
              </a:spcBef>
              <a:defRPr sz="1800"/>
            </a:lvl3pPr>
            <a:lvl4pPr marL="594360">
              <a:spcBef>
                <a:spcPts val="1000"/>
              </a:spcBef>
              <a:defRPr sz="1800"/>
            </a:lvl4pPr>
            <a:lvl5pPr marL="777240">
              <a:spcBef>
                <a:spcPts val="1000"/>
              </a:spcBef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Segnaposto data 4">
            <a:extLst>
              <a:ext uri="{FF2B5EF4-FFF2-40B4-BE49-F238E27FC236}">
                <a16:creationId xmlns:a16="http://schemas.microsoft.com/office/drawing/2014/main" id="{0182C68A-AF5C-77D0-484F-3A9887A620E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10" name="Segnaposto piè di pagina 5">
            <a:extLst>
              <a:ext uri="{FF2B5EF4-FFF2-40B4-BE49-F238E27FC236}">
                <a16:creationId xmlns:a16="http://schemas.microsoft.com/office/drawing/2014/main" id="{3DFDE578-0399-6214-1437-426315FCF2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11" name="Segnaposto numero diapositiva 6">
            <a:extLst>
              <a:ext uri="{FF2B5EF4-FFF2-40B4-BE49-F238E27FC236}">
                <a16:creationId xmlns:a16="http://schemas.microsoft.com/office/drawing/2014/main" id="{7D4D3F84-35B5-ED37-2874-69D4180E45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663C0E9-18DD-4EB3-A213-231BFB0E1C2A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50417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 + immag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51E1B8-C279-73BF-5148-2E2B93182E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971" y="196897"/>
            <a:ext cx="4899629" cy="2331491"/>
          </a:xfrm>
        </p:spPr>
        <p:txBody>
          <a:bodyPr anchor="b">
            <a:noAutofit/>
          </a:bodyPr>
          <a:lstStyle>
            <a:lvl1pPr algn="r">
              <a:lnSpc>
                <a:spcPct val="90000"/>
              </a:lnSpc>
              <a:defRPr sz="4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8085FB-8F22-C01F-3C64-90F51C644F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83158" y="2827205"/>
            <a:ext cx="4917442" cy="3442139"/>
          </a:xfrm>
        </p:spPr>
        <p:txBody>
          <a:bodyPr/>
          <a:lstStyle>
            <a:lvl1pPr marL="0" indent="0" algn="r">
              <a:buNone/>
              <a:defRPr sz="1800"/>
            </a:lvl1pPr>
            <a:lvl2pPr algn="r">
              <a:defRPr sz="1200"/>
            </a:lvl2pPr>
            <a:lvl3pPr algn="r">
              <a:defRPr sz="1200"/>
            </a:lvl3pPr>
            <a:lvl4pPr algn="r">
              <a:defRPr sz="1200"/>
            </a:lvl4pPr>
            <a:lvl5pPr algn="r"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immagine 7">
            <a:extLst>
              <a:ext uri="{FF2B5EF4-FFF2-40B4-BE49-F238E27FC236}">
                <a16:creationId xmlns:a16="http://schemas.microsoft.com/office/drawing/2014/main" id="{1E99301C-A2BC-0CB5-34AF-06351EE15E2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095591" y="0"/>
            <a:ext cx="6095993" cy="6858000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it-IT"/>
              <a:t>Fare clic sull'icona per inserire un'immagine</a:t>
            </a:r>
          </a:p>
        </p:txBody>
      </p:sp>
      <p:grpSp>
        <p:nvGrpSpPr>
          <p:cNvPr id="5" name="Gruppo 3">
            <a:extLst>
              <a:ext uri="{FF2B5EF4-FFF2-40B4-BE49-F238E27FC236}">
                <a16:creationId xmlns:a16="http://schemas.microsoft.com/office/drawing/2014/main" id="{3C150BC6-8FCB-92EF-A8FD-1FEF8831801C}"/>
              </a:ext>
            </a:extLst>
          </p:cNvPr>
          <p:cNvGrpSpPr/>
          <p:nvPr/>
        </p:nvGrpSpPr>
        <p:grpSpPr>
          <a:xfrm>
            <a:off x="4803325" y="682638"/>
            <a:ext cx="734250" cy="760488"/>
            <a:chOff x="4803325" y="682638"/>
            <a:chExt cx="734250" cy="760488"/>
          </a:xfrm>
        </p:grpSpPr>
        <p:sp>
          <p:nvSpPr>
            <p:cNvPr id="6" name="Figura a mano libera 5">
              <a:extLst>
                <a:ext uri="{FF2B5EF4-FFF2-40B4-BE49-F238E27FC236}">
                  <a16:creationId xmlns:a16="http://schemas.microsoft.com/office/drawing/2014/main" id="{F0795520-F847-2DA9-CBC4-698B5E6B9C03}"/>
                </a:ext>
              </a:extLst>
            </p:cNvPr>
            <p:cNvSpPr/>
            <p:nvPr/>
          </p:nvSpPr>
          <p:spPr>
            <a:xfrm rot="1800004">
              <a:off x="4916488" y="682638"/>
              <a:ext cx="621087" cy="3645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40"/>
                <a:gd name="f7" fmla="val 317"/>
                <a:gd name="f8" fmla="val 266"/>
                <a:gd name="f9" fmla="val 158"/>
                <a:gd name="f10" fmla="+- 0 0 -90"/>
                <a:gd name="f11" fmla="*/ f3 1 540"/>
                <a:gd name="f12" fmla="*/ f4 1 317"/>
                <a:gd name="f13" fmla="+- f7 0 f5"/>
                <a:gd name="f14" fmla="+- f6 0 f5"/>
                <a:gd name="f15" fmla="*/ f10 f0 1"/>
                <a:gd name="f16" fmla="*/ f14 1 540"/>
                <a:gd name="f17" fmla="*/ f13 1 317"/>
                <a:gd name="f18" fmla="*/ 266 f14 1"/>
                <a:gd name="f19" fmla="*/ 0 f13 1"/>
                <a:gd name="f20" fmla="*/ 0 f14 1"/>
                <a:gd name="f21" fmla="*/ 158 f13 1"/>
                <a:gd name="f22" fmla="*/ 317 f13 1"/>
                <a:gd name="f23" fmla="*/ 540 f14 1"/>
                <a:gd name="f24" fmla="*/ f15 1 f2"/>
                <a:gd name="f25" fmla="*/ f18 1 540"/>
                <a:gd name="f26" fmla="*/ f19 1 317"/>
                <a:gd name="f27" fmla="*/ f20 1 540"/>
                <a:gd name="f28" fmla="*/ f21 1 317"/>
                <a:gd name="f29" fmla="*/ f22 1 317"/>
                <a:gd name="f30" fmla="*/ f23 1 540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6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6" y="f50"/>
                </a:cxn>
                <a:cxn ang="f35">
                  <a:pos x="f51" y="f49"/>
                </a:cxn>
                <a:cxn ang="f35">
                  <a:pos x="f46" y="f47"/>
                </a:cxn>
              </a:cxnLst>
              <a:rect l="f42" t="f45" r="f43" b="f44"/>
              <a:pathLst>
                <a:path w="540" h="317">
                  <a:moveTo>
                    <a:pt x="f8" y="f5"/>
                  </a:moveTo>
                  <a:lnTo>
                    <a:pt x="f5" y="f9"/>
                  </a:lnTo>
                  <a:lnTo>
                    <a:pt x="f8" y="f7"/>
                  </a:lnTo>
                  <a:lnTo>
                    <a:pt x="f6" y="f9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7" name="Figura a mano libera 6">
              <a:extLst>
                <a:ext uri="{FF2B5EF4-FFF2-40B4-BE49-F238E27FC236}">
                  <a16:creationId xmlns:a16="http://schemas.microsoft.com/office/drawing/2014/main" id="{4B5F8F34-6244-3133-D21E-9C90A66F3A9F}"/>
                </a:ext>
              </a:extLst>
            </p:cNvPr>
            <p:cNvSpPr/>
            <p:nvPr/>
          </p:nvSpPr>
          <p:spPr>
            <a:xfrm rot="1800004">
              <a:off x="4803325" y="749579"/>
              <a:ext cx="305939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6"/>
                <a:gd name="f7" fmla="val 468"/>
                <a:gd name="f8" fmla="val 310"/>
                <a:gd name="f9" fmla="val 159"/>
                <a:gd name="f10" fmla="+- 0 0 -90"/>
                <a:gd name="f11" fmla="*/ f3 1 266"/>
                <a:gd name="f12" fmla="*/ f4 1 468"/>
                <a:gd name="f13" fmla="+- f7 0 f5"/>
                <a:gd name="f14" fmla="+- f6 0 f5"/>
                <a:gd name="f15" fmla="*/ f10 f0 1"/>
                <a:gd name="f16" fmla="*/ f14 1 266"/>
                <a:gd name="f17" fmla="*/ f13 1 468"/>
                <a:gd name="f18" fmla="*/ 266 f14 1"/>
                <a:gd name="f19" fmla="*/ 468 f13 1"/>
                <a:gd name="f20" fmla="*/ 0 f14 1"/>
                <a:gd name="f21" fmla="*/ 310 f13 1"/>
                <a:gd name="f22" fmla="*/ 0 f13 1"/>
                <a:gd name="f23" fmla="*/ 159 f13 1"/>
                <a:gd name="f24" fmla="*/ f15 1 f2"/>
                <a:gd name="f25" fmla="*/ f18 1 266"/>
                <a:gd name="f26" fmla="*/ f19 1 468"/>
                <a:gd name="f27" fmla="*/ f20 1 266"/>
                <a:gd name="f28" fmla="*/ f21 1 468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8" y="f49"/>
                </a:cxn>
                <a:cxn ang="f35">
                  <a:pos x="f48" y="f50"/>
                </a:cxn>
                <a:cxn ang="f35">
                  <a:pos x="f48" y="f50"/>
                </a:cxn>
                <a:cxn ang="f35">
                  <a:pos x="f46" y="f51"/>
                </a:cxn>
                <a:cxn ang="f35">
                  <a:pos x="f46" y="f47"/>
                </a:cxn>
              </a:cxnLst>
              <a:rect l="f42" t="f45" r="f43" b="f44"/>
              <a:pathLst>
                <a:path w="266" h="468">
                  <a:moveTo>
                    <a:pt x="f6" y="f7"/>
                  </a:moveTo>
                  <a:lnTo>
                    <a:pt x="f5" y="f8"/>
                  </a:lnTo>
                  <a:lnTo>
                    <a:pt x="f5" y="f8"/>
                  </a:lnTo>
                  <a:lnTo>
                    <a:pt x="f5" y="f5"/>
                  </a:lnTo>
                  <a:lnTo>
                    <a:pt x="f5" y="f5"/>
                  </a:lnTo>
                  <a:lnTo>
                    <a:pt x="f6" y="f9"/>
                  </a:lnTo>
                  <a:lnTo>
                    <a:pt x="f6" y="f7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8" name="Figura a mano libera 8">
              <a:extLst>
                <a:ext uri="{FF2B5EF4-FFF2-40B4-BE49-F238E27FC236}">
                  <a16:creationId xmlns:a16="http://schemas.microsoft.com/office/drawing/2014/main" id="{E551A420-96CD-B84B-6A02-B0C87E43185C}"/>
                </a:ext>
              </a:extLst>
            </p:cNvPr>
            <p:cNvSpPr/>
            <p:nvPr/>
          </p:nvSpPr>
          <p:spPr>
            <a:xfrm rot="1800004">
              <a:off x="5067659" y="904856"/>
              <a:ext cx="315147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74"/>
                <a:gd name="f7" fmla="val 468"/>
                <a:gd name="f8" fmla="val 310"/>
                <a:gd name="f9" fmla="val 159"/>
                <a:gd name="f10" fmla="+- 0 0 -90"/>
                <a:gd name="f11" fmla="*/ f3 1 274"/>
                <a:gd name="f12" fmla="*/ f4 1 468"/>
                <a:gd name="f13" fmla="+- f7 0 f5"/>
                <a:gd name="f14" fmla="+- f6 0 f5"/>
                <a:gd name="f15" fmla="*/ f10 f0 1"/>
                <a:gd name="f16" fmla="*/ f14 1 274"/>
                <a:gd name="f17" fmla="*/ f13 1 468"/>
                <a:gd name="f18" fmla="*/ 274 f14 1"/>
                <a:gd name="f19" fmla="*/ 0 f13 1"/>
                <a:gd name="f20" fmla="*/ 310 f13 1"/>
                <a:gd name="f21" fmla="*/ 0 f14 1"/>
                <a:gd name="f22" fmla="*/ 468 f13 1"/>
                <a:gd name="f23" fmla="*/ 159 f13 1"/>
                <a:gd name="f24" fmla="*/ f15 1 f2"/>
                <a:gd name="f25" fmla="*/ f18 1 274"/>
                <a:gd name="f26" fmla="*/ f19 1 468"/>
                <a:gd name="f27" fmla="*/ f20 1 468"/>
                <a:gd name="f28" fmla="*/ f21 1 274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7"/>
                <a:gd name="f39" fmla="*/ f28 1 f16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2 1"/>
                <a:gd name="f49" fmla="*/ f39 f11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6" y="f48"/>
                </a:cxn>
                <a:cxn ang="f35">
                  <a:pos x="f46" y="f48"/>
                </a:cxn>
                <a:cxn ang="f35">
                  <a:pos x="f49" y="f50"/>
                </a:cxn>
                <a:cxn ang="f35">
                  <a:pos x="f49" y="f51"/>
                </a:cxn>
                <a:cxn ang="f35">
                  <a:pos x="f46" y="f47"/>
                </a:cxn>
                <a:cxn ang="f35">
                  <a:pos x="f46" y="f47"/>
                </a:cxn>
              </a:cxnLst>
              <a:rect l="f42" t="f45" r="f43" b="f44"/>
              <a:pathLst>
                <a:path w="274" h="468">
                  <a:moveTo>
                    <a:pt x="f6" y="f5"/>
                  </a:moveTo>
                  <a:lnTo>
                    <a:pt x="f6" y="f8"/>
                  </a:lnTo>
                  <a:lnTo>
                    <a:pt x="f6" y="f8"/>
                  </a:lnTo>
                  <a:lnTo>
                    <a:pt x="f5" y="f7"/>
                  </a:lnTo>
                  <a:lnTo>
                    <a:pt x="f5" y="f9"/>
                  </a:lnTo>
                  <a:lnTo>
                    <a:pt x="f6" y="f5"/>
                  </a:lnTo>
                  <a:lnTo>
                    <a:pt x="f6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9" name="Ovale 14">
            <a:extLst>
              <a:ext uri="{FF2B5EF4-FFF2-40B4-BE49-F238E27FC236}">
                <a16:creationId xmlns:a16="http://schemas.microsoft.com/office/drawing/2014/main" id="{9A862000-2477-9514-B39F-4C555C08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9378" y="5232626"/>
            <a:ext cx="1079997" cy="107999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7673780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 +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C5FC7C-40D3-C190-D6E8-207734508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50797"/>
            <a:ext cx="11090272" cy="123735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A81383-6E64-6AA0-B369-5CB7BA06A6E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53724" y="1917067"/>
            <a:ext cx="2920995" cy="4297680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abella 7">
            <a:extLst>
              <a:ext uri="{FF2B5EF4-FFF2-40B4-BE49-F238E27FC236}">
                <a16:creationId xmlns:a16="http://schemas.microsoft.com/office/drawing/2014/main" id="{75E0D756-9D37-E2AE-CF59-7122512160C2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4048762" y="1917067"/>
            <a:ext cx="7591796" cy="429768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it-IT"/>
              <a:t>Fare clic sull'icona per inserire una tabella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560A636-9FAA-7951-64EB-7B614118D10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8A5BF8-4126-21E9-871C-C421396855C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2E1D642-E142-A9B4-3008-5BDC4DDDD5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E407A6-82AA-4A72-AF40-C0C3D198D6A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43715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21">
            <a:extLst>
              <a:ext uri="{FF2B5EF4-FFF2-40B4-BE49-F238E27FC236}">
                <a16:creationId xmlns:a16="http://schemas.microsoft.com/office/drawing/2014/main" id="{D2D0E073-6AA8-45F5-FB8F-57E65607B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69863" y="333371"/>
            <a:ext cx="359999" cy="359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FF96E2A1-DB5F-7CB4-0058-6EA650826B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488317"/>
            <a:ext cx="11090272" cy="1331997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grpSp>
        <p:nvGrpSpPr>
          <p:cNvPr id="4" name="Gruppo 10">
            <a:extLst>
              <a:ext uri="{FF2B5EF4-FFF2-40B4-BE49-F238E27FC236}">
                <a16:creationId xmlns:a16="http://schemas.microsoft.com/office/drawing/2014/main" id="{23FA8009-4BD4-81D8-7E43-BEE77762FE35}"/>
              </a:ext>
            </a:extLst>
          </p:cNvPr>
          <p:cNvGrpSpPr/>
          <p:nvPr/>
        </p:nvGrpSpPr>
        <p:grpSpPr>
          <a:xfrm>
            <a:off x="10543389" y="1865903"/>
            <a:ext cx="1262950" cy="1335602"/>
            <a:chOff x="10543389" y="1865903"/>
            <a:chExt cx="1262950" cy="1335602"/>
          </a:xfrm>
        </p:grpSpPr>
        <p:sp>
          <p:nvSpPr>
            <p:cNvPr id="5" name="Figura a mano libera: Forma 25">
              <a:extLst>
                <a:ext uri="{FF2B5EF4-FFF2-40B4-BE49-F238E27FC236}">
                  <a16:creationId xmlns:a16="http://schemas.microsoft.com/office/drawing/2014/main" id="{A6DFA3E7-CDA2-237C-5E86-D2FB617AC4BA}"/>
                </a:ext>
              </a:extLst>
            </p:cNvPr>
            <p:cNvSpPr/>
            <p:nvPr/>
          </p:nvSpPr>
          <p:spPr>
            <a:xfrm rot="8099985">
              <a:off x="10634865" y="2030032"/>
              <a:ext cx="1079997" cy="126295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80000"/>
                <a:gd name="f7" fmla="val 1262947"/>
                <a:gd name="f8" fmla="val 540000"/>
                <a:gd name="f9" fmla="val 1064374"/>
                <a:gd name="f10" fmla="val 931034"/>
                <a:gd name="f11" fmla="val 1069029"/>
                <a:gd name="f12" fmla="val 938533"/>
                <a:gd name="f13" fmla="val 1076223"/>
                <a:gd name="f14" fmla="val 956109"/>
                <a:gd name="f15" fmla="val 974307"/>
                <a:gd name="f16" fmla="val 992947"/>
                <a:gd name="f17" fmla="val 1142064"/>
                <a:gd name="f18" fmla="val 838234"/>
                <a:gd name="f19" fmla="val 241766"/>
                <a:gd name="f20" fmla="val 3778"/>
                <a:gd name="f21" fmla="val 10971"/>
                <a:gd name="f22" fmla="val 15626"/>
                <a:gd name="f23" fmla="+- 0 0 -90"/>
                <a:gd name="f24" fmla="*/ f3 1 1080000"/>
                <a:gd name="f25" fmla="*/ f4 1 1262947"/>
                <a:gd name="f26" fmla="+- f7 0 f5"/>
                <a:gd name="f27" fmla="+- f6 0 f5"/>
                <a:gd name="f28" fmla="*/ f23 f0 1"/>
                <a:gd name="f29" fmla="*/ f27 1 1080000"/>
                <a:gd name="f30" fmla="*/ f26 1 1262947"/>
                <a:gd name="f31" fmla="*/ 540000 f27 1"/>
                <a:gd name="f32" fmla="*/ 0 f26 1"/>
                <a:gd name="f33" fmla="*/ 1080000 f27 1"/>
                <a:gd name="f34" fmla="*/ 931034 f26 1"/>
                <a:gd name="f35" fmla="*/ 1064374 f27 1"/>
                <a:gd name="f36" fmla="*/ 1069029 f27 1"/>
                <a:gd name="f37" fmla="*/ 938533 f26 1"/>
                <a:gd name="f38" fmla="*/ 992947 f26 1"/>
                <a:gd name="f39" fmla="*/ 1262947 f26 1"/>
                <a:gd name="f40" fmla="*/ 0 f27 1"/>
                <a:gd name="f41" fmla="*/ 10971 f27 1"/>
                <a:gd name="f42" fmla="*/ 15626 f27 1"/>
                <a:gd name="f43" fmla="*/ f28 1 f2"/>
                <a:gd name="f44" fmla="*/ f31 1 1080000"/>
                <a:gd name="f45" fmla="*/ f32 1 1262947"/>
                <a:gd name="f46" fmla="*/ f33 1 1080000"/>
                <a:gd name="f47" fmla="*/ f34 1 1262947"/>
                <a:gd name="f48" fmla="*/ f35 1 1080000"/>
                <a:gd name="f49" fmla="*/ f36 1 1080000"/>
                <a:gd name="f50" fmla="*/ f37 1 1262947"/>
                <a:gd name="f51" fmla="*/ f38 1 1262947"/>
                <a:gd name="f52" fmla="*/ f39 1 1262947"/>
                <a:gd name="f53" fmla="*/ f40 1 1080000"/>
                <a:gd name="f54" fmla="*/ f41 1 1080000"/>
                <a:gd name="f55" fmla="*/ f42 1 1080000"/>
                <a:gd name="f56" fmla="*/ f5 1 f29"/>
                <a:gd name="f57" fmla="*/ f6 1 f29"/>
                <a:gd name="f58" fmla="*/ f5 1 f30"/>
                <a:gd name="f59" fmla="*/ f7 1 f30"/>
                <a:gd name="f60" fmla="+- f43 0 f1"/>
                <a:gd name="f61" fmla="*/ f44 1 f29"/>
                <a:gd name="f62" fmla="*/ f45 1 f30"/>
                <a:gd name="f63" fmla="*/ f48 1 f29"/>
                <a:gd name="f64" fmla="*/ f47 1 f30"/>
                <a:gd name="f65" fmla="*/ f49 1 f29"/>
                <a:gd name="f66" fmla="*/ f50 1 f30"/>
                <a:gd name="f67" fmla="*/ f46 1 f29"/>
                <a:gd name="f68" fmla="*/ f51 1 f30"/>
                <a:gd name="f69" fmla="*/ f52 1 f30"/>
                <a:gd name="f70" fmla="*/ f53 1 f29"/>
                <a:gd name="f71" fmla="*/ f54 1 f29"/>
                <a:gd name="f72" fmla="*/ f55 1 f29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5 1"/>
                <a:gd name="f86" fmla="*/ f70 f24 1"/>
                <a:gd name="f87" fmla="*/ f71 f24 1"/>
                <a:gd name="f88" fmla="*/ f72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7" y="f85"/>
                </a:cxn>
                <a:cxn ang="f60">
                  <a:pos x="f86" y="f84"/>
                </a:cxn>
                <a:cxn ang="f60">
                  <a:pos x="f87" y="f82"/>
                </a:cxn>
                <a:cxn ang="f60">
                  <a:pos x="f88" y="f80"/>
                </a:cxn>
                <a:cxn ang="f60">
                  <a:pos x="f77" y="f78"/>
                </a:cxn>
              </a:cxnLst>
              <a:rect l="f73" t="f76" r="f74" b="f75"/>
              <a:pathLst>
                <a:path w="1080000" h="1262947">
                  <a:moveTo>
                    <a:pt x="f8" y="f5"/>
                  </a:moveTo>
                  <a:lnTo>
                    <a:pt x="f9" y="f10"/>
                  </a:lnTo>
                  <a:lnTo>
                    <a:pt x="f11" y="f12"/>
                  </a:lnTo>
                  <a:cubicBezTo>
                    <a:pt x="f13" y="f14"/>
                    <a:pt x="f6" y="f15"/>
                    <a:pt x="f6" y="f16"/>
                  </a:cubicBezTo>
                  <a:cubicBezTo>
                    <a:pt x="f6" y="f17"/>
                    <a:pt x="f18" y="f7"/>
                    <a:pt x="f8" y="f7"/>
                  </a:cubicBezTo>
                  <a:cubicBezTo>
                    <a:pt x="f19" y="f7"/>
                    <a:pt x="f5" y="f17"/>
                    <a:pt x="f5" y="f16"/>
                  </a:cubicBezTo>
                  <a:cubicBezTo>
                    <a:pt x="f5" y="f15"/>
                    <a:pt x="f20" y="f14"/>
                    <a:pt x="f21" y="f12"/>
                  </a:cubicBezTo>
                  <a:lnTo>
                    <a:pt x="f22" y="f10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/>
                </a:gs>
                <a:gs pos="100000">
                  <a:srgbClr val="3C3867"/>
                </a:gs>
              </a:gsLst>
              <a:lin ang="6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6" name="Ovale 13">
              <a:extLst>
                <a:ext uri="{FF2B5EF4-FFF2-40B4-BE49-F238E27FC236}">
                  <a16:creationId xmlns:a16="http://schemas.microsoft.com/office/drawing/2014/main" id="{63BCD0B9-2DE0-2D8C-74DC-AD78C2B797E7}"/>
                </a:ext>
              </a:extLst>
            </p:cNvPr>
            <p:cNvSpPr/>
            <p:nvPr/>
          </p:nvSpPr>
          <p:spPr>
            <a:xfrm rot="13499997">
              <a:off x="10649259" y="1865903"/>
              <a:ext cx="539998" cy="1079997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gradFill>
              <a:gsLst>
                <a:gs pos="0">
                  <a:srgbClr val="454075">
                    <a:alpha val="33000"/>
                  </a:srgbClr>
                </a:gs>
                <a:gs pos="100000">
                  <a:srgbClr val="5BEFC1">
                    <a:alpha val="0"/>
                  </a:srgbClr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7" name="Figura a mano libera: Forma 21">
            <a:extLst>
              <a:ext uri="{FF2B5EF4-FFF2-40B4-BE49-F238E27FC236}">
                <a16:creationId xmlns:a16="http://schemas.microsoft.com/office/drawing/2014/main" id="{2451F18D-3D39-D974-C8DD-1BEC0FC70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5778" y="0"/>
            <a:ext cx="359999" cy="2746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60000"/>
              <a:gd name="f7" fmla="val 274638"/>
              <a:gd name="f8" fmla="val 30714"/>
              <a:gd name="f9" fmla="val 329286"/>
              <a:gd name="f10" fmla="val 345855"/>
              <a:gd name="f11" fmla="val 24574"/>
              <a:gd name="f12" fmla="val 354963"/>
              <a:gd name="f13" fmla="val 46109"/>
              <a:gd name="f14" fmla="val 69785"/>
              <a:gd name="f15" fmla="val 94638"/>
              <a:gd name="f16" fmla="val 194049"/>
              <a:gd name="f17" fmla="val 279411"/>
              <a:gd name="f18" fmla="val 180000"/>
              <a:gd name="f19" fmla="val 80589"/>
              <a:gd name="f20" fmla="val 5037"/>
              <a:gd name="f21" fmla="val 14145"/>
              <a:gd name="f22" fmla="+- 0 0 -90"/>
              <a:gd name="f23" fmla="*/ f3 1 360000"/>
              <a:gd name="f24" fmla="*/ f4 1 274638"/>
              <a:gd name="f25" fmla="+- f7 0 f5"/>
              <a:gd name="f26" fmla="+- f6 0 f5"/>
              <a:gd name="f27" fmla="*/ f22 f0 1"/>
              <a:gd name="f28" fmla="*/ f26 1 360000"/>
              <a:gd name="f29" fmla="*/ f25 1 274638"/>
              <a:gd name="f30" fmla="*/ 30714 f26 1"/>
              <a:gd name="f31" fmla="*/ 0 f25 1"/>
              <a:gd name="f32" fmla="*/ 329286 f26 1"/>
              <a:gd name="f33" fmla="*/ 345855 f26 1"/>
              <a:gd name="f34" fmla="*/ 24574 f25 1"/>
              <a:gd name="f35" fmla="*/ 360000 f26 1"/>
              <a:gd name="f36" fmla="*/ 94638 f25 1"/>
              <a:gd name="f37" fmla="*/ 180000 f26 1"/>
              <a:gd name="f38" fmla="*/ 274638 f25 1"/>
              <a:gd name="f39" fmla="*/ 0 f26 1"/>
              <a:gd name="f40" fmla="*/ 14145 f26 1"/>
              <a:gd name="f41" fmla="*/ f27 1 f2"/>
              <a:gd name="f42" fmla="*/ f30 1 360000"/>
              <a:gd name="f43" fmla="*/ f31 1 274638"/>
              <a:gd name="f44" fmla="*/ f32 1 360000"/>
              <a:gd name="f45" fmla="*/ f33 1 360000"/>
              <a:gd name="f46" fmla="*/ f34 1 274638"/>
              <a:gd name="f47" fmla="*/ f35 1 360000"/>
              <a:gd name="f48" fmla="*/ f36 1 274638"/>
              <a:gd name="f49" fmla="*/ f37 1 360000"/>
              <a:gd name="f50" fmla="*/ f38 1 274638"/>
              <a:gd name="f51" fmla="*/ f39 1 360000"/>
              <a:gd name="f52" fmla="*/ f40 1 360000"/>
              <a:gd name="f53" fmla="*/ f5 1 f28"/>
              <a:gd name="f54" fmla="*/ f6 1 f28"/>
              <a:gd name="f55" fmla="*/ f5 1 f29"/>
              <a:gd name="f56" fmla="*/ f7 1 f29"/>
              <a:gd name="f57" fmla="+- f41 0 f1"/>
              <a:gd name="f58" fmla="*/ f42 1 f28"/>
              <a:gd name="f59" fmla="*/ f43 1 f29"/>
              <a:gd name="f60" fmla="*/ f44 1 f28"/>
              <a:gd name="f61" fmla="*/ f45 1 f28"/>
              <a:gd name="f62" fmla="*/ f46 1 f29"/>
              <a:gd name="f63" fmla="*/ f47 1 f28"/>
              <a:gd name="f64" fmla="*/ f48 1 f29"/>
              <a:gd name="f65" fmla="*/ f49 1 f28"/>
              <a:gd name="f66" fmla="*/ f50 1 f29"/>
              <a:gd name="f67" fmla="*/ f51 1 f28"/>
              <a:gd name="f68" fmla="*/ f52 1 f28"/>
              <a:gd name="f69" fmla="*/ f53 f23 1"/>
              <a:gd name="f70" fmla="*/ f54 f23 1"/>
              <a:gd name="f71" fmla="*/ f56 f24 1"/>
              <a:gd name="f72" fmla="*/ f55 f24 1"/>
              <a:gd name="f73" fmla="*/ f58 f23 1"/>
              <a:gd name="f74" fmla="*/ f59 f24 1"/>
              <a:gd name="f75" fmla="*/ f60 f23 1"/>
              <a:gd name="f76" fmla="*/ f61 f23 1"/>
              <a:gd name="f77" fmla="*/ f62 f24 1"/>
              <a:gd name="f78" fmla="*/ f63 f23 1"/>
              <a:gd name="f79" fmla="*/ f64 f24 1"/>
              <a:gd name="f80" fmla="*/ f65 f23 1"/>
              <a:gd name="f81" fmla="*/ f66 f24 1"/>
              <a:gd name="f82" fmla="*/ f67 f23 1"/>
              <a:gd name="f83" fmla="*/ f68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7">
                <a:pos x="f73" y="f74"/>
              </a:cxn>
              <a:cxn ang="f57">
                <a:pos x="f75" y="f74"/>
              </a:cxn>
              <a:cxn ang="f57">
                <a:pos x="f76" y="f77"/>
              </a:cxn>
              <a:cxn ang="f57">
                <a:pos x="f78" y="f79"/>
              </a:cxn>
              <a:cxn ang="f57">
                <a:pos x="f80" y="f81"/>
              </a:cxn>
              <a:cxn ang="f57">
                <a:pos x="f82" y="f79"/>
              </a:cxn>
              <a:cxn ang="f57">
                <a:pos x="f83" y="f77"/>
              </a:cxn>
            </a:cxnLst>
            <a:rect l="f69" t="f72" r="f70" b="f71"/>
            <a:pathLst>
              <a:path w="360000" h="274638">
                <a:moveTo>
                  <a:pt x="f8" y="f5"/>
                </a:moveTo>
                <a:lnTo>
                  <a:pt x="f9" y="f5"/>
                </a:lnTo>
                <a:lnTo>
                  <a:pt x="f10" y="f11"/>
                </a:lnTo>
                <a:cubicBezTo>
                  <a:pt x="f12" y="f13"/>
                  <a:pt x="f6" y="f14"/>
                  <a:pt x="f6" y="f15"/>
                </a:cubicBezTo>
                <a:cubicBezTo>
                  <a:pt x="f6" y="f16"/>
                  <a:pt x="f17" y="f7"/>
                  <a:pt x="f18" y="f7"/>
                </a:cubicBezTo>
                <a:cubicBezTo>
                  <a:pt x="f19" y="f7"/>
                  <a:pt x="f5" y="f16"/>
                  <a:pt x="f5" y="f15"/>
                </a:cubicBezTo>
                <a:cubicBezTo>
                  <a:pt x="f5" y="f14"/>
                  <a:pt x="f20" y="f13"/>
                  <a:pt x="f21" y="f11"/>
                </a:cubicBezTo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grpSp>
        <p:nvGrpSpPr>
          <p:cNvPr id="8" name="Gruppo 12">
            <a:extLst>
              <a:ext uri="{FF2B5EF4-FFF2-40B4-BE49-F238E27FC236}">
                <a16:creationId xmlns:a16="http://schemas.microsoft.com/office/drawing/2014/main" id="{891DA17B-0EA5-3922-8D60-FF1264EF152E}"/>
              </a:ext>
            </a:extLst>
          </p:cNvPr>
          <p:cNvGrpSpPr/>
          <p:nvPr/>
        </p:nvGrpSpPr>
        <p:grpSpPr>
          <a:xfrm>
            <a:off x="249724" y="5528219"/>
            <a:ext cx="713527" cy="539998"/>
            <a:chOff x="249724" y="5528219"/>
            <a:chExt cx="713527" cy="539998"/>
          </a:xfrm>
        </p:grpSpPr>
        <p:sp>
          <p:nvSpPr>
            <p:cNvPr id="9" name="Figura a mano libera: Forma 19">
              <a:extLst>
                <a:ext uri="{FF2B5EF4-FFF2-40B4-BE49-F238E27FC236}">
                  <a16:creationId xmlns:a16="http://schemas.microsoft.com/office/drawing/2014/main" id="{B45D72FA-5E78-3D4B-4519-B6321721A1C8}"/>
                </a:ext>
              </a:extLst>
            </p:cNvPr>
            <p:cNvSpPr/>
            <p:nvPr/>
          </p:nvSpPr>
          <p:spPr>
            <a:xfrm rot="2700006">
              <a:off x="377515" y="5482480"/>
              <a:ext cx="539998" cy="6314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80000"/>
                <a:gd name="f7" fmla="val 1262947"/>
                <a:gd name="f8" fmla="val 540000"/>
                <a:gd name="f9" fmla="val 1064374"/>
                <a:gd name="f10" fmla="val 931034"/>
                <a:gd name="f11" fmla="val 1069029"/>
                <a:gd name="f12" fmla="val 938533"/>
                <a:gd name="f13" fmla="val 1076223"/>
                <a:gd name="f14" fmla="val 956109"/>
                <a:gd name="f15" fmla="val 974307"/>
                <a:gd name="f16" fmla="val 992947"/>
                <a:gd name="f17" fmla="val 1142064"/>
                <a:gd name="f18" fmla="val 838234"/>
                <a:gd name="f19" fmla="val 241766"/>
                <a:gd name="f20" fmla="val 3778"/>
                <a:gd name="f21" fmla="val 10971"/>
                <a:gd name="f22" fmla="val 15626"/>
                <a:gd name="f23" fmla="+- 0 0 -90"/>
                <a:gd name="f24" fmla="*/ f3 1 1080000"/>
                <a:gd name="f25" fmla="*/ f4 1 1262947"/>
                <a:gd name="f26" fmla="+- f7 0 f5"/>
                <a:gd name="f27" fmla="+- f6 0 f5"/>
                <a:gd name="f28" fmla="*/ f23 f0 1"/>
                <a:gd name="f29" fmla="*/ f27 1 1080000"/>
                <a:gd name="f30" fmla="*/ f26 1 1262947"/>
                <a:gd name="f31" fmla="*/ 540000 f27 1"/>
                <a:gd name="f32" fmla="*/ 0 f26 1"/>
                <a:gd name="f33" fmla="*/ 1080000 f27 1"/>
                <a:gd name="f34" fmla="*/ 931034 f26 1"/>
                <a:gd name="f35" fmla="*/ 1064374 f27 1"/>
                <a:gd name="f36" fmla="*/ 1069029 f27 1"/>
                <a:gd name="f37" fmla="*/ 938533 f26 1"/>
                <a:gd name="f38" fmla="*/ 992947 f26 1"/>
                <a:gd name="f39" fmla="*/ 1262947 f26 1"/>
                <a:gd name="f40" fmla="*/ 0 f27 1"/>
                <a:gd name="f41" fmla="*/ 10971 f27 1"/>
                <a:gd name="f42" fmla="*/ 15626 f27 1"/>
                <a:gd name="f43" fmla="*/ f28 1 f2"/>
                <a:gd name="f44" fmla="*/ f31 1 1080000"/>
                <a:gd name="f45" fmla="*/ f32 1 1262947"/>
                <a:gd name="f46" fmla="*/ f33 1 1080000"/>
                <a:gd name="f47" fmla="*/ f34 1 1262947"/>
                <a:gd name="f48" fmla="*/ f35 1 1080000"/>
                <a:gd name="f49" fmla="*/ f36 1 1080000"/>
                <a:gd name="f50" fmla="*/ f37 1 1262947"/>
                <a:gd name="f51" fmla="*/ f38 1 1262947"/>
                <a:gd name="f52" fmla="*/ f39 1 1262947"/>
                <a:gd name="f53" fmla="*/ f40 1 1080000"/>
                <a:gd name="f54" fmla="*/ f41 1 1080000"/>
                <a:gd name="f55" fmla="*/ f42 1 1080000"/>
                <a:gd name="f56" fmla="*/ f5 1 f29"/>
                <a:gd name="f57" fmla="*/ f6 1 f29"/>
                <a:gd name="f58" fmla="*/ f5 1 f30"/>
                <a:gd name="f59" fmla="*/ f7 1 f30"/>
                <a:gd name="f60" fmla="+- f43 0 f1"/>
                <a:gd name="f61" fmla="*/ f44 1 f29"/>
                <a:gd name="f62" fmla="*/ f45 1 f30"/>
                <a:gd name="f63" fmla="*/ f48 1 f29"/>
                <a:gd name="f64" fmla="*/ f47 1 f30"/>
                <a:gd name="f65" fmla="*/ f49 1 f29"/>
                <a:gd name="f66" fmla="*/ f50 1 f30"/>
                <a:gd name="f67" fmla="*/ f46 1 f29"/>
                <a:gd name="f68" fmla="*/ f51 1 f30"/>
                <a:gd name="f69" fmla="*/ f52 1 f30"/>
                <a:gd name="f70" fmla="*/ f53 1 f29"/>
                <a:gd name="f71" fmla="*/ f54 1 f29"/>
                <a:gd name="f72" fmla="*/ f55 1 f29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5 1"/>
                <a:gd name="f86" fmla="*/ f70 f24 1"/>
                <a:gd name="f87" fmla="*/ f71 f24 1"/>
                <a:gd name="f88" fmla="*/ f72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7" y="f85"/>
                </a:cxn>
                <a:cxn ang="f60">
                  <a:pos x="f86" y="f84"/>
                </a:cxn>
                <a:cxn ang="f60">
                  <a:pos x="f87" y="f82"/>
                </a:cxn>
                <a:cxn ang="f60">
                  <a:pos x="f88" y="f80"/>
                </a:cxn>
                <a:cxn ang="f60">
                  <a:pos x="f77" y="f78"/>
                </a:cxn>
              </a:cxnLst>
              <a:rect l="f73" t="f76" r="f74" b="f75"/>
              <a:pathLst>
                <a:path w="1080000" h="1262947">
                  <a:moveTo>
                    <a:pt x="f8" y="f5"/>
                  </a:moveTo>
                  <a:lnTo>
                    <a:pt x="f9" y="f10"/>
                  </a:lnTo>
                  <a:lnTo>
                    <a:pt x="f11" y="f12"/>
                  </a:lnTo>
                  <a:cubicBezTo>
                    <a:pt x="f13" y="f14"/>
                    <a:pt x="f6" y="f15"/>
                    <a:pt x="f6" y="f16"/>
                  </a:cubicBezTo>
                  <a:cubicBezTo>
                    <a:pt x="f6" y="f17"/>
                    <a:pt x="f18" y="f7"/>
                    <a:pt x="f8" y="f7"/>
                  </a:cubicBezTo>
                  <a:cubicBezTo>
                    <a:pt x="f19" y="f7"/>
                    <a:pt x="f5" y="f17"/>
                    <a:pt x="f5" y="f16"/>
                  </a:cubicBezTo>
                  <a:cubicBezTo>
                    <a:pt x="f5" y="f15"/>
                    <a:pt x="f20" y="f14"/>
                    <a:pt x="f21" y="f12"/>
                  </a:cubicBezTo>
                  <a:lnTo>
                    <a:pt x="f22" y="f10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/>
                </a:gs>
                <a:gs pos="100000">
                  <a:srgbClr val="454075"/>
                </a:gs>
              </a:gsLst>
              <a:lin ang="6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0" name="Ovale 20">
              <a:extLst>
                <a:ext uri="{FF2B5EF4-FFF2-40B4-BE49-F238E27FC236}">
                  <a16:creationId xmlns:a16="http://schemas.microsoft.com/office/drawing/2014/main" id="{C4825CD7-F010-1393-85DE-A167B2734CA0}"/>
                </a:ext>
              </a:extLst>
            </p:cNvPr>
            <p:cNvSpPr/>
            <p:nvPr/>
          </p:nvSpPr>
          <p:spPr>
            <a:xfrm rot="8099985">
              <a:off x="384721" y="5655995"/>
              <a:ext cx="270004" cy="53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gradFill>
              <a:gsLst>
                <a:gs pos="0">
                  <a:srgbClr val="23213C"/>
                </a:gs>
                <a:gs pos="100000">
                  <a:srgbClr val="2C284A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07C90B1A-2448-FC63-9766-DA7EEEE77BB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50861" y="1965091"/>
            <a:ext cx="5435595" cy="3995653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CE272843-E353-991F-3B1D-E2397CA79C5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01304" y="1965091"/>
            <a:ext cx="5339401" cy="3995653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3" name="Segnaposto data 4">
            <a:extLst>
              <a:ext uri="{FF2B5EF4-FFF2-40B4-BE49-F238E27FC236}">
                <a16:creationId xmlns:a16="http://schemas.microsoft.com/office/drawing/2014/main" id="{AF4D35E8-E637-7ECB-73F7-E49DA325D08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14" name="Segnaposto piè di pagina 5">
            <a:extLst>
              <a:ext uri="{FF2B5EF4-FFF2-40B4-BE49-F238E27FC236}">
                <a16:creationId xmlns:a16="http://schemas.microsoft.com/office/drawing/2014/main" id="{5D95D732-2203-41B9-1784-C560902504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15" name="Segnaposto numero diapositiva 6">
            <a:extLst>
              <a:ext uri="{FF2B5EF4-FFF2-40B4-BE49-F238E27FC236}">
                <a16:creationId xmlns:a16="http://schemas.microsoft.com/office/drawing/2014/main" id="{375FADBD-D599-C998-B950-BFBACD56475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EDE99C-4C49-41E1-8B43-7891A554FCC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5417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E39D7C-58D4-8FC1-4678-810A681515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60956"/>
            <a:ext cx="11090272" cy="118656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0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3">
            <a:extLst>
              <a:ext uri="{FF2B5EF4-FFF2-40B4-BE49-F238E27FC236}">
                <a16:creationId xmlns:a16="http://schemas.microsoft.com/office/drawing/2014/main" id="{59694713-188E-75E7-B790-C22BA1EF7E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FF70AA28-3D3D-F50F-2E1A-0FCAE5B628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5" name="Segnaposto numero diapositiva 5">
            <a:extLst>
              <a:ext uri="{FF2B5EF4-FFF2-40B4-BE49-F238E27FC236}">
                <a16:creationId xmlns:a16="http://schemas.microsoft.com/office/drawing/2014/main" id="{6D7FC42A-741C-A2BA-C116-295A546D32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832177-D614-4756-AA84-9C68C31DA836}" type="slidenum">
              <a:t>‹N›</a:t>
            </a:fld>
            <a:endParaRPr lang="it-IT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F4F884AF-D04E-B812-DCEC-D16B3298AC9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50861" y="1917067"/>
            <a:ext cx="11090272" cy="4297680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185354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6">
            <a:extLst>
              <a:ext uri="{FF2B5EF4-FFF2-40B4-BE49-F238E27FC236}">
                <a16:creationId xmlns:a16="http://schemas.microsoft.com/office/drawing/2014/main" id="{354383CF-2184-73D9-C457-8A326DC12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03849" y="5427210"/>
            <a:ext cx="1079997" cy="107999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24B60850-DCA9-7662-315B-9AB55632B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9536" y="549270"/>
            <a:ext cx="5179326" cy="2841827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26D3A725-CF8A-7D2B-8104-FF6CD1E03C2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49536" y="3646700"/>
            <a:ext cx="5179326" cy="2706157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200"/>
            </a:lvl2pPr>
            <a:lvl3pPr marL="914400" indent="0">
              <a:spcBef>
                <a:spcPts val="1000"/>
              </a:spcBef>
              <a:buNone/>
              <a:defRPr sz="12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immagine 19">
            <a:extLst>
              <a:ext uri="{FF2B5EF4-FFF2-40B4-BE49-F238E27FC236}">
                <a16:creationId xmlns:a16="http://schemas.microsoft.com/office/drawing/2014/main" id="{43F822E7-7C0D-FD04-2A72-40161A46F10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926134" y="549270"/>
            <a:ext cx="5654677" cy="5788023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it-IT"/>
              <a:t>Fare clic sull'icona per inserire un'immagine</a:t>
            </a:r>
          </a:p>
        </p:txBody>
      </p:sp>
      <p:grpSp>
        <p:nvGrpSpPr>
          <p:cNvPr id="6" name="Gruppo 8">
            <a:extLst>
              <a:ext uri="{FF2B5EF4-FFF2-40B4-BE49-F238E27FC236}">
                <a16:creationId xmlns:a16="http://schemas.microsoft.com/office/drawing/2014/main" id="{14888DFC-2806-1F7F-3CE6-BB57377852F7}"/>
              </a:ext>
            </a:extLst>
          </p:cNvPr>
          <p:cNvGrpSpPr/>
          <p:nvPr/>
        </p:nvGrpSpPr>
        <p:grpSpPr>
          <a:xfrm>
            <a:off x="676087" y="5528327"/>
            <a:ext cx="631475" cy="667789"/>
            <a:chOff x="676087" y="5528327"/>
            <a:chExt cx="631475" cy="667789"/>
          </a:xfrm>
        </p:grpSpPr>
        <p:sp>
          <p:nvSpPr>
            <p:cNvPr id="7" name="Figura a mano libera: Forma 15">
              <a:extLst>
                <a:ext uri="{FF2B5EF4-FFF2-40B4-BE49-F238E27FC236}">
                  <a16:creationId xmlns:a16="http://schemas.microsoft.com/office/drawing/2014/main" id="{0F0EB167-1CF8-2607-12B6-D70878AE4528}"/>
                </a:ext>
              </a:extLst>
            </p:cNvPr>
            <p:cNvSpPr/>
            <p:nvPr/>
          </p:nvSpPr>
          <p:spPr>
            <a:xfrm rot="8099985">
              <a:off x="721826" y="5610379"/>
              <a:ext cx="539998" cy="6314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80000"/>
                <a:gd name="f7" fmla="val 1262947"/>
                <a:gd name="f8" fmla="val 540000"/>
                <a:gd name="f9" fmla="val 1064374"/>
                <a:gd name="f10" fmla="val 931034"/>
                <a:gd name="f11" fmla="val 1069029"/>
                <a:gd name="f12" fmla="val 938533"/>
                <a:gd name="f13" fmla="val 1076223"/>
                <a:gd name="f14" fmla="val 956109"/>
                <a:gd name="f15" fmla="val 974307"/>
                <a:gd name="f16" fmla="val 992947"/>
                <a:gd name="f17" fmla="val 1142064"/>
                <a:gd name="f18" fmla="val 838234"/>
                <a:gd name="f19" fmla="val 241766"/>
                <a:gd name="f20" fmla="val 3778"/>
                <a:gd name="f21" fmla="val 10971"/>
                <a:gd name="f22" fmla="val 15626"/>
                <a:gd name="f23" fmla="+- 0 0 -90"/>
                <a:gd name="f24" fmla="*/ f3 1 1080000"/>
                <a:gd name="f25" fmla="*/ f4 1 1262947"/>
                <a:gd name="f26" fmla="+- f7 0 f5"/>
                <a:gd name="f27" fmla="+- f6 0 f5"/>
                <a:gd name="f28" fmla="*/ f23 f0 1"/>
                <a:gd name="f29" fmla="*/ f27 1 1080000"/>
                <a:gd name="f30" fmla="*/ f26 1 1262947"/>
                <a:gd name="f31" fmla="*/ 540000 f27 1"/>
                <a:gd name="f32" fmla="*/ 0 f26 1"/>
                <a:gd name="f33" fmla="*/ 1080000 f27 1"/>
                <a:gd name="f34" fmla="*/ 931034 f26 1"/>
                <a:gd name="f35" fmla="*/ 1064374 f27 1"/>
                <a:gd name="f36" fmla="*/ 1069029 f27 1"/>
                <a:gd name="f37" fmla="*/ 938533 f26 1"/>
                <a:gd name="f38" fmla="*/ 992947 f26 1"/>
                <a:gd name="f39" fmla="*/ 1262947 f26 1"/>
                <a:gd name="f40" fmla="*/ 0 f27 1"/>
                <a:gd name="f41" fmla="*/ 10971 f27 1"/>
                <a:gd name="f42" fmla="*/ 15626 f27 1"/>
                <a:gd name="f43" fmla="*/ f28 1 f2"/>
                <a:gd name="f44" fmla="*/ f31 1 1080000"/>
                <a:gd name="f45" fmla="*/ f32 1 1262947"/>
                <a:gd name="f46" fmla="*/ f33 1 1080000"/>
                <a:gd name="f47" fmla="*/ f34 1 1262947"/>
                <a:gd name="f48" fmla="*/ f35 1 1080000"/>
                <a:gd name="f49" fmla="*/ f36 1 1080000"/>
                <a:gd name="f50" fmla="*/ f37 1 1262947"/>
                <a:gd name="f51" fmla="*/ f38 1 1262947"/>
                <a:gd name="f52" fmla="*/ f39 1 1262947"/>
                <a:gd name="f53" fmla="*/ f40 1 1080000"/>
                <a:gd name="f54" fmla="*/ f41 1 1080000"/>
                <a:gd name="f55" fmla="*/ f42 1 1080000"/>
                <a:gd name="f56" fmla="*/ f5 1 f29"/>
                <a:gd name="f57" fmla="*/ f6 1 f29"/>
                <a:gd name="f58" fmla="*/ f5 1 f30"/>
                <a:gd name="f59" fmla="*/ f7 1 f30"/>
                <a:gd name="f60" fmla="+- f43 0 f1"/>
                <a:gd name="f61" fmla="*/ f44 1 f29"/>
                <a:gd name="f62" fmla="*/ f45 1 f30"/>
                <a:gd name="f63" fmla="*/ f48 1 f29"/>
                <a:gd name="f64" fmla="*/ f47 1 f30"/>
                <a:gd name="f65" fmla="*/ f49 1 f29"/>
                <a:gd name="f66" fmla="*/ f50 1 f30"/>
                <a:gd name="f67" fmla="*/ f46 1 f29"/>
                <a:gd name="f68" fmla="*/ f51 1 f30"/>
                <a:gd name="f69" fmla="*/ f52 1 f30"/>
                <a:gd name="f70" fmla="*/ f53 1 f29"/>
                <a:gd name="f71" fmla="*/ f54 1 f29"/>
                <a:gd name="f72" fmla="*/ f55 1 f29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5 1"/>
                <a:gd name="f86" fmla="*/ f70 f24 1"/>
                <a:gd name="f87" fmla="*/ f71 f24 1"/>
                <a:gd name="f88" fmla="*/ f72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7" y="f85"/>
                </a:cxn>
                <a:cxn ang="f60">
                  <a:pos x="f86" y="f84"/>
                </a:cxn>
                <a:cxn ang="f60">
                  <a:pos x="f87" y="f82"/>
                </a:cxn>
                <a:cxn ang="f60">
                  <a:pos x="f88" y="f80"/>
                </a:cxn>
                <a:cxn ang="f60">
                  <a:pos x="f77" y="f78"/>
                </a:cxn>
              </a:cxnLst>
              <a:rect l="f73" t="f76" r="f74" b="f75"/>
              <a:pathLst>
                <a:path w="1080000" h="1262947">
                  <a:moveTo>
                    <a:pt x="f8" y="f5"/>
                  </a:moveTo>
                  <a:lnTo>
                    <a:pt x="f9" y="f10"/>
                  </a:lnTo>
                  <a:lnTo>
                    <a:pt x="f11" y="f12"/>
                  </a:lnTo>
                  <a:cubicBezTo>
                    <a:pt x="f13" y="f14"/>
                    <a:pt x="f6" y="f15"/>
                    <a:pt x="f6" y="f16"/>
                  </a:cubicBezTo>
                  <a:cubicBezTo>
                    <a:pt x="f6" y="f17"/>
                    <a:pt x="f18" y="f7"/>
                    <a:pt x="f8" y="f7"/>
                  </a:cubicBezTo>
                  <a:cubicBezTo>
                    <a:pt x="f19" y="f7"/>
                    <a:pt x="f5" y="f17"/>
                    <a:pt x="f5" y="f16"/>
                  </a:cubicBezTo>
                  <a:cubicBezTo>
                    <a:pt x="f5" y="f15"/>
                    <a:pt x="f20" y="f14"/>
                    <a:pt x="f21" y="f12"/>
                  </a:cubicBezTo>
                  <a:lnTo>
                    <a:pt x="f22" y="f10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/>
                </a:gs>
                <a:gs pos="100000">
                  <a:srgbClr val="3C3867"/>
                </a:gs>
              </a:gsLst>
              <a:lin ang="6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8" name="Ovale 10">
              <a:extLst>
                <a:ext uri="{FF2B5EF4-FFF2-40B4-BE49-F238E27FC236}">
                  <a16:creationId xmlns:a16="http://schemas.microsoft.com/office/drawing/2014/main" id="{E91C858D-223D-BFB0-76C4-4B1EFEECBDB3}"/>
                </a:ext>
              </a:extLst>
            </p:cNvPr>
            <p:cNvSpPr/>
            <p:nvPr/>
          </p:nvSpPr>
          <p:spPr>
            <a:xfrm rot="13499997">
              <a:off x="729026" y="5528327"/>
              <a:ext cx="270004" cy="53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grpSp>
        <p:nvGrpSpPr>
          <p:cNvPr id="9" name="Gruppo 11">
            <a:extLst>
              <a:ext uri="{FF2B5EF4-FFF2-40B4-BE49-F238E27FC236}">
                <a16:creationId xmlns:a16="http://schemas.microsoft.com/office/drawing/2014/main" id="{C80136A0-112F-F8CC-11A4-A0C3A6A10D43}"/>
              </a:ext>
            </a:extLst>
          </p:cNvPr>
          <p:cNvGrpSpPr/>
          <p:nvPr/>
        </p:nvGrpSpPr>
        <p:grpSpPr>
          <a:xfrm>
            <a:off x="613993" y="5374225"/>
            <a:ext cx="767995" cy="950525"/>
            <a:chOff x="613993" y="5374225"/>
            <a:chExt cx="767995" cy="950525"/>
          </a:xfrm>
        </p:grpSpPr>
        <p:sp>
          <p:nvSpPr>
            <p:cNvPr id="10" name="Figura a mano libera: Forma 12">
              <a:extLst>
                <a:ext uri="{FF2B5EF4-FFF2-40B4-BE49-F238E27FC236}">
                  <a16:creationId xmlns:a16="http://schemas.microsoft.com/office/drawing/2014/main" id="{FCD99108-73A8-4842-823C-99B6210D7E80}"/>
                </a:ext>
              </a:extLst>
            </p:cNvPr>
            <p:cNvSpPr/>
            <p:nvPr/>
          </p:nvSpPr>
          <p:spPr>
            <a:xfrm rot="2700006" flipH="1" flipV="1">
              <a:off x="392003" y="5629513"/>
              <a:ext cx="926982" cy="46349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58746"/>
                <a:gd name="f7" fmla="val 1329373"/>
                <a:gd name="f8" fmla="val 2063565"/>
                <a:gd name="f9" fmla="val 595181"/>
                <a:gd name="f10" fmla="val 1994059"/>
                <a:gd name="f11" fmla="val 962277"/>
                <a:gd name="f12" fmla="val 1696469"/>
                <a:gd name="f13" fmla="val 664687"/>
                <a:gd name="f14" fmla="+- 0 0 -90"/>
                <a:gd name="f15" fmla="*/ f3 1 2658746"/>
                <a:gd name="f16" fmla="*/ f4 1 1329373"/>
                <a:gd name="f17" fmla="+- f7 0 f5"/>
                <a:gd name="f18" fmla="+- f6 0 f5"/>
                <a:gd name="f19" fmla="*/ f14 f0 1"/>
                <a:gd name="f20" fmla="*/ f18 1 2658746"/>
                <a:gd name="f21" fmla="*/ f17 1 1329373"/>
                <a:gd name="f22" fmla="*/ 1329373 f18 1"/>
                <a:gd name="f23" fmla="*/ 0 f17 1"/>
                <a:gd name="f24" fmla="*/ 2658746 f18 1"/>
                <a:gd name="f25" fmla="*/ 1329373 f17 1"/>
                <a:gd name="f26" fmla="*/ 1994059 f18 1"/>
                <a:gd name="f27" fmla="*/ 664687 f17 1"/>
                <a:gd name="f28" fmla="*/ 664687 f18 1"/>
                <a:gd name="f29" fmla="*/ 0 f18 1"/>
                <a:gd name="f30" fmla="*/ f19 1 f2"/>
                <a:gd name="f31" fmla="*/ f22 1 2658746"/>
                <a:gd name="f32" fmla="*/ f23 1 1329373"/>
                <a:gd name="f33" fmla="*/ f24 1 2658746"/>
                <a:gd name="f34" fmla="*/ f25 1 1329373"/>
                <a:gd name="f35" fmla="*/ f26 1 2658746"/>
                <a:gd name="f36" fmla="*/ f27 1 1329373"/>
                <a:gd name="f37" fmla="*/ f28 1 2658746"/>
                <a:gd name="f38" fmla="*/ f29 1 2658746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1"/>
                <a:gd name="f50" fmla="*/ f37 1 f20"/>
                <a:gd name="f51" fmla="*/ f38 1 f20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56" y="f61"/>
                </a:cxn>
                <a:cxn ang="f43">
                  <a:pos x="f62" y="f59"/>
                </a:cxn>
                <a:cxn ang="f43">
                  <a:pos x="f63" y="f59"/>
                </a:cxn>
                <a:cxn ang="f43">
                  <a:pos x="f56" y="f57"/>
                </a:cxn>
              </a:cxnLst>
              <a:rect l="f52" t="f55" r="f53" b="f54"/>
              <a:pathLst>
                <a:path w="2658746" h="1329373">
                  <a:moveTo>
                    <a:pt x="f7" y="f5"/>
                  </a:moveTo>
                  <a:cubicBezTo>
                    <a:pt x="f8" y="f5"/>
                    <a:pt x="f6" y="f9"/>
                    <a:pt x="f6" y="f7"/>
                  </a:cubicBezTo>
                  <a:lnTo>
                    <a:pt x="f10" y="f7"/>
                  </a:lnTo>
                  <a:cubicBezTo>
                    <a:pt x="f10" y="f11"/>
                    <a:pt x="f12" y="f13"/>
                    <a:pt x="f7" y="f13"/>
                  </a:cubicBezTo>
                  <a:cubicBezTo>
                    <a:pt x="f11" y="f13"/>
                    <a:pt x="f13" y="f11"/>
                    <a:pt x="f13" y="f7"/>
                  </a:cubicBezTo>
                  <a:lnTo>
                    <a:pt x="f5" y="f7"/>
                  </a:lnTo>
                  <a:cubicBezTo>
                    <a:pt x="f5" y="f9"/>
                    <a:pt x="f9" y="f5"/>
                    <a:pt x="f7" y="f5"/>
                  </a:cubicBezTo>
                  <a:close/>
                </a:path>
              </a:pathLst>
            </a:custGeom>
            <a:solidFill>
              <a:srgbClr val="1B192E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1" name="Ovale 13">
              <a:extLst>
                <a:ext uri="{FF2B5EF4-FFF2-40B4-BE49-F238E27FC236}">
                  <a16:creationId xmlns:a16="http://schemas.microsoft.com/office/drawing/2014/main" id="{99875850-2887-AAC8-B287-32F0015F9EFD}"/>
                </a:ext>
              </a:extLst>
            </p:cNvPr>
            <p:cNvSpPr/>
            <p:nvPr/>
          </p:nvSpPr>
          <p:spPr>
            <a:xfrm rot="8099985" flipH="1" flipV="1">
              <a:off x="1238569" y="5825260"/>
              <a:ext cx="53547" cy="23329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2" name="Ovale 14">
              <a:extLst>
                <a:ext uri="{FF2B5EF4-FFF2-40B4-BE49-F238E27FC236}">
                  <a16:creationId xmlns:a16="http://schemas.microsoft.com/office/drawing/2014/main" id="{490FAF81-B751-198A-A8BE-B66D7CE0887F}"/>
                </a:ext>
              </a:extLst>
            </p:cNvPr>
            <p:cNvSpPr/>
            <p:nvPr/>
          </p:nvSpPr>
          <p:spPr>
            <a:xfrm rot="8099985" flipH="1" flipV="1">
              <a:off x="748067" y="5334748"/>
              <a:ext cx="53547" cy="23329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3" name="Figura a mano libera: Forma 15">
              <a:extLst>
                <a:ext uri="{FF2B5EF4-FFF2-40B4-BE49-F238E27FC236}">
                  <a16:creationId xmlns:a16="http://schemas.microsoft.com/office/drawing/2014/main" id="{A1FD1845-9424-4080-DDF4-31CCD0A6EBB8}"/>
                </a:ext>
              </a:extLst>
            </p:cNvPr>
            <p:cNvSpPr/>
            <p:nvPr/>
          </p:nvSpPr>
          <p:spPr>
            <a:xfrm rot="2700006" flipH="1" flipV="1">
              <a:off x="415545" y="5572673"/>
              <a:ext cx="926982" cy="5300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58746"/>
                <a:gd name="f7" fmla="val 1329373"/>
                <a:gd name="f8" fmla="val 2063565"/>
                <a:gd name="f9" fmla="val 595181"/>
                <a:gd name="f10" fmla="val 1994059"/>
                <a:gd name="f11" fmla="val 962277"/>
                <a:gd name="f12" fmla="val 1696469"/>
                <a:gd name="f13" fmla="val 664687"/>
                <a:gd name="f14" fmla="+- 0 0 -90"/>
                <a:gd name="f15" fmla="*/ f3 1 2658746"/>
                <a:gd name="f16" fmla="*/ f4 1 1329373"/>
                <a:gd name="f17" fmla="+- f7 0 f5"/>
                <a:gd name="f18" fmla="+- f6 0 f5"/>
                <a:gd name="f19" fmla="*/ f14 f0 1"/>
                <a:gd name="f20" fmla="*/ f18 1 2658746"/>
                <a:gd name="f21" fmla="*/ f17 1 1329373"/>
                <a:gd name="f22" fmla="*/ 1329373 f18 1"/>
                <a:gd name="f23" fmla="*/ 0 f17 1"/>
                <a:gd name="f24" fmla="*/ 2658746 f18 1"/>
                <a:gd name="f25" fmla="*/ 1329373 f17 1"/>
                <a:gd name="f26" fmla="*/ 1994059 f18 1"/>
                <a:gd name="f27" fmla="*/ 664687 f17 1"/>
                <a:gd name="f28" fmla="*/ 664687 f18 1"/>
                <a:gd name="f29" fmla="*/ 0 f18 1"/>
                <a:gd name="f30" fmla="*/ f19 1 f2"/>
                <a:gd name="f31" fmla="*/ f22 1 2658746"/>
                <a:gd name="f32" fmla="*/ f23 1 1329373"/>
                <a:gd name="f33" fmla="*/ f24 1 2658746"/>
                <a:gd name="f34" fmla="*/ f25 1 1329373"/>
                <a:gd name="f35" fmla="*/ f26 1 2658746"/>
                <a:gd name="f36" fmla="*/ f27 1 1329373"/>
                <a:gd name="f37" fmla="*/ f28 1 2658746"/>
                <a:gd name="f38" fmla="*/ f29 1 2658746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1"/>
                <a:gd name="f50" fmla="*/ f37 1 f20"/>
                <a:gd name="f51" fmla="*/ f38 1 f20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56" y="f61"/>
                </a:cxn>
                <a:cxn ang="f43">
                  <a:pos x="f62" y="f59"/>
                </a:cxn>
                <a:cxn ang="f43">
                  <a:pos x="f63" y="f59"/>
                </a:cxn>
                <a:cxn ang="f43">
                  <a:pos x="f56" y="f57"/>
                </a:cxn>
              </a:cxnLst>
              <a:rect l="f52" t="f55" r="f53" b="f54"/>
              <a:pathLst>
                <a:path w="2658746" h="1329373">
                  <a:moveTo>
                    <a:pt x="f7" y="f5"/>
                  </a:moveTo>
                  <a:cubicBezTo>
                    <a:pt x="f8" y="f5"/>
                    <a:pt x="f6" y="f9"/>
                    <a:pt x="f6" y="f7"/>
                  </a:cubicBezTo>
                  <a:lnTo>
                    <a:pt x="f10" y="f7"/>
                  </a:lnTo>
                  <a:cubicBezTo>
                    <a:pt x="f10" y="f11"/>
                    <a:pt x="f12" y="f13"/>
                    <a:pt x="f7" y="f13"/>
                  </a:cubicBezTo>
                  <a:cubicBezTo>
                    <a:pt x="f11" y="f13"/>
                    <a:pt x="f13" y="f11"/>
                    <a:pt x="f13" y="f7"/>
                  </a:cubicBezTo>
                  <a:lnTo>
                    <a:pt x="f5" y="f7"/>
                  </a:lnTo>
                  <a:cubicBezTo>
                    <a:pt x="f5" y="f9"/>
                    <a:pt x="f9" y="f5"/>
                    <a:pt x="f7" y="f5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14" name="Segnaposto data 3">
            <a:extLst>
              <a:ext uri="{FF2B5EF4-FFF2-40B4-BE49-F238E27FC236}">
                <a16:creationId xmlns:a16="http://schemas.microsoft.com/office/drawing/2014/main" id="{EDEA1BF7-A3D2-5412-A2D9-9DA77A69B9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15" name="Segnaposto piè di pagina 4">
            <a:extLst>
              <a:ext uri="{FF2B5EF4-FFF2-40B4-BE49-F238E27FC236}">
                <a16:creationId xmlns:a16="http://schemas.microsoft.com/office/drawing/2014/main" id="{61322CBD-1B8A-64DC-1F5A-5344824B52B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403C87ED-AD53-92CF-AA2F-494B2D9835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8431E5B-8CD0-44F8-ACF3-E546D5E3625A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78144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F66FD-7670-A9E9-C3C1-C643D2CC650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59148" y="389836"/>
            <a:ext cx="8281985" cy="2954654"/>
          </a:xfrm>
        </p:spPr>
        <p:txBody>
          <a:bodyPr/>
          <a:lstStyle>
            <a:lvl1pPr>
              <a:defRPr sz="6400"/>
            </a:lvl1pPr>
          </a:lstStyle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DB6BE69-922D-98AE-0025-75B61CE63F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59148" y="3536954"/>
            <a:ext cx="8281985" cy="25558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525211-38BF-0EE5-3AA5-1FF3C20771A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04C614C-E9D2-BC9E-3885-C062B90CF7F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4DCB3D-BBBC-C3F9-5D34-61399B0DFA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E88C1A-27BD-4DDA-94E4-6657268AEA2A}" type="slidenum">
              <a:t>‹N›</a:t>
            </a:fld>
            <a:endParaRPr lang="it-IT"/>
          </a:p>
        </p:txBody>
      </p:sp>
      <p:sp>
        <p:nvSpPr>
          <p:cNvPr id="7" name="Figura a mano libera: Forma 18">
            <a:extLst>
              <a:ext uri="{FF2B5EF4-FFF2-40B4-BE49-F238E27FC236}">
                <a16:creationId xmlns:a16="http://schemas.microsoft.com/office/drawing/2014/main" id="{C536217E-7325-2141-94B1-24EC1D5B9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700006">
            <a:off x="612446" y="481890"/>
            <a:ext cx="1079997" cy="126295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080000"/>
              <a:gd name="f7" fmla="val 1262947"/>
              <a:gd name="f8" fmla="val 540000"/>
              <a:gd name="f9" fmla="val 1064374"/>
              <a:gd name="f10" fmla="val 931034"/>
              <a:gd name="f11" fmla="val 1069029"/>
              <a:gd name="f12" fmla="val 938533"/>
              <a:gd name="f13" fmla="val 1076223"/>
              <a:gd name="f14" fmla="val 956109"/>
              <a:gd name="f15" fmla="val 974307"/>
              <a:gd name="f16" fmla="val 992947"/>
              <a:gd name="f17" fmla="val 1142064"/>
              <a:gd name="f18" fmla="val 838234"/>
              <a:gd name="f19" fmla="val 241766"/>
              <a:gd name="f20" fmla="val 3778"/>
              <a:gd name="f21" fmla="val 10971"/>
              <a:gd name="f22" fmla="val 15626"/>
              <a:gd name="f23" fmla="+- 0 0 -90"/>
              <a:gd name="f24" fmla="*/ f3 1 1080000"/>
              <a:gd name="f25" fmla="*/ f4 1 1262947"/>
              <a:gd name="f26" fmla="+- f7 0 f5"/>
              <a:gd name="f27" fmla="+- f6 0 f5"/>
              <a:gd name="f28" fmla="*/ f23 f0 1"/>
              <a:gd name="f29" fmla="*/ f27 1 1080000"/>
              <a:gd name="f30" fmla="*/ f26 1 1262947"/>
              <a:gd name="f31" fmla="*/ 540000 f27 1"/>
              <a:gd name="f32" fmla="*/ 0 f26 1"/>
              <a:gd name="f33" fmla="*/ 1080000 f27 1"/>
              <a:gd name="f34" fmla="*/ 931034 f26 1"/>
              <a:gd name="f35" fmla="*/ 1064374 f27 1"/>
              <a:gd name="f36" fmla="*/ 1069029 f27 1"/>
              <a:gd name="f37" fmla="*/ 938533 f26 1"/>
              <a:gd name="f38" fmla="*/ 992947 f26 1"/>
              <a:gd name="f39" fmla="*/ 1262947 f26 1"/>
              <a:gd name="f40" fmla="*/ 0 f27 1"/>
              <a:gd name="f41" fmla="*/ 10971 f27 1"/>
              <a:gd name="f42" fmla="*/ 15626 f27 1"/>
              <a:gd name="f43" fmla="*/ f28 1 f2"/>
              <a:gd name="f44" fmla="*/ f31 1 1080000"/>
              <a:gd name="f45" fmla="*/ f32 1 1262947"/>
              <a:gd name="f46" fmla="*/ f33 1 1080000"/>
              <a:gd name="f47" fmla="*/ f34 1 1262947"/>
              <a:gd name="f48" fmla="*/ f35 1 1080000"/>
              <a:gd name="f49" fmla="*/ f36 1 1080000"/>
              <a:gd name="f50" fmla="*/ f37 1 1262947"/>
              <a:gd name="f51" fmla="*/ f38 1 1262947"/>
              <a:gd name="f52" fmla="*/ f39 1 1262947"/>
              <a:gd name="f53" fmla="*/ f40 1 1080000"/>
              <a:gd name="f54" fmla="*/ f41 1 1080000"/>
              <a:gd name="f55" fmla="*/ f42 1 1080000"/>
              <a:gd name="f56" fmla="*/ f5 1 f29"/>
              <a:gd name="f57" fmla="*/ f6 1 f29"/>
              <a:gd name="f58" fmla="*/ f5 1 f30"/>
              <a:gd name="f59" fmla="*/ f7 1 f30"/>
              <a:gd name="f60" fmla="+- f43 0 f1"/>
              <a:gd name="f61" fmla="*/ f44 1 f29"/>
              <a:gd name="f62" fmla="*/ f45 1 f30"/>
              <a:gd name="f63" fmla="*/ f48 1 f29"/>
              <a:gd name="f64" fmla="*/ f47 1 f30"/>
              <a:gd name="f65" fmla="*/ f49 1 f29"/>
              <a:gd name="f66" fmla="*/ f50 1 f30"/>
              <a:gd name="f67" fmla="*/ f46 1 f29"/>
              <a:gd name="f68" fmla="*/ f51 1 f30"/>
              <a:gd name="f69" fmla="*/ f52 1 f30"/>
              <a:gd name="f70" fmla="*/ f53 1 f29"/>
              <a:gd name="f71" fmla="*/ f54 1 f29"/>
              <a:gd name="f72" fmla="*/ f55 1 f29"/>
              <a:gd name="f73" fmla="*/ f56 f24 1"/>
              <a:gd name="f74" fmla="*/ f57 f24 1"/>
              <a:gd name="f75" fmla="*/ f59 f25 1"/>
              <a:gd name="f76" fmla="*/ f58 f25 1"/>
              <a:gd name="f77" fmla="*/ f61 f24 1"/>
              <a:gd name="f78" fmla="*/ f62 f25 1"/>
              <a:gd name="f79" fmla="*/ f63 f24 1"/>
              <a:gd name="f80" fmla="*/ f64 f25 1"/>
              <a:gd name="f81" fmla="*/ f65 f24 1"/>
              <a:gd name="f82" fmla="*/ f66 f25 1"/>
              <a:gd name="f83" fmla="*/ f67 f24 1"/>
              <a:gd name="f84" fmla="*/ f68 f25 1"/>
              <a:gd name="f85" fmla="*/ f69 f25 1"/>
              <a:gd name="f86" fmla="*/ f70 f24 1"/>
              <a:gd name="f87" fmla="*/ f71 f24 1"/>
              <a:gd name="f88" fmla="*/ f72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0">
                <a:pos x="f77" y="f78"/>
              </a:cxn>
              <a:cxn ang="f60">
                <a:pos x="f79" y="f80"/>
              </a:cxn>
              <a:cxn ang="f60">
                <a:pos x="f81" y="f82"/>
              </a:cxn>
              <a:cxn ang="f60">
                <a:pos x="f83" y="f84"/>
              </a:cxn>
              <a:cxn ang="f60">
                <a:pos x="f77" y="f85"/>
              </a:cxn>
              <a:cxn ang="f60">
                <a:pos x="f86" y="f84"/>
              </a:cxn>
              <a:cxn ang="f60">
                <a:pos x="f87" y="f82"/>
              </a:cxn>
              <a:cxn ang="f60">
                <a:pos x="f88" y="f80"/>
              </a:cxn>
              <a:cxn ang="f60">
                <a:pos x="f77" y="f78"/>
              </a:cxn>
            </a:cxnLst>
            <a:rect l="f73" t="f76" r="f74" b="f75"/>
            <a:pathLst>
              <a:path w="1080000" h="1262947">
                <a:moveTo>
                  <a:pt x="f8" y="f5"/>
                </a:moveTo>
                <a:lnTo>
                  <a:pt x="f9" y="f10"/>
                </a:lnTo>
                <a:lnTo>
                  <a:pt x="f11" y="f12"/>
                </a:lnTo>
                <a:cubicBezTo>
                  <a:pt x="f13" y="f14"/>
                  <a:pt x="f6" y="f15"/>
                  <a:pt x="f6" y="f16"/>
                </a:cubicBezTo>
                <a:cubicBezTo>
                  <a:pt x="f6" y="f17"/>
                  <a:pt x="f18" y="f7"/>
                  <a:pt x="f8" y="f7"/>
                </a:cubicBezTo>
                <a:cubicBezTo>
                  <a:pt x="f19" y="f7"/>
                  <a:pt x="f5" y="f17"/>
                  <a:pt x="f5" y="f16"/>
                </a:cubicBezTo>
                <a:cubicBezTo>
                  <a:pt x="f5" y="f15"/>
                  <a:pt x="f20" y="f14"/>
                  <a:pt x="f21" y="f12"/>
                </a:cubicBezTo>
                <a:lnTo>
                  <a:pt x="f22" y="f10"/>
                </a:lnTo>
                <a:lnTo>
                  <a:pt x="f8" y="f5"/>
                </a:lnTo>
                <a:close/>
              </a:path>
            </a:pathLst>
          </a:custGeom>
          <a:gradFill>
            <a:gsLst>
              <a:gs pos="0">
                <a:srgbClr val="2C284A"/>
              </a:gs>
              <a:gs pos="100000">
                <a:srgbClr val="454075"/>
              </a:gs>
            </a:gsLst>
            <a:lin ang="6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8" name="Ovale 19">
            <a:extLst>
              <a:ext uri="{FF2B5EF4-FFF2-40B4-BE49-F238E27FC236}">
                <a16:creationId xmlns:a16="http://schemas.microsoft.com/office/drawing/2014/main" id="{4892AD22-D42A-CD2F-0DDD-77B0C0C0D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099985">
            <a:off x="626840" y="828971"/>
            <a:ext cx="539998" cy="107999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23213C"/>
              </a:gs>
              <a:gs pos="100000">
                <a:srgbClr val="2C284A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9" name="Ovale 24">
            <a:extLst>
              <a:ext uri="{FF2B5EF4-FFF2-40B4-BE49-F238E27FC236}">
                <a16:creationId xmlns:a16="http://schemas.microsoft.com/office/drawing/2014/main" id="{7C09857A-2D00-9E30-AA28-F2D46636E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801" y="2472857"/>
            <a:ext cx="359999" cy="359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grpSp>
        <p:nvGrpSpPr>
          <p:cNvPr id="10" name="Gruppo 33">
            <a:extLst>
              <a:ext uri="{FF2B5EF4-FFF2-40B4-BE49-F238E27FC236}">
                <a16:creationId xmlns:a16="http://schemas.microsoft.com/office/drawing/2014/main" id="{66DA117F-35ED-65CF-BE43-CDD3F3C0F22F}"/>
              </a:ext>
            </a:extLst>
          </p:cNvPr>
          <p:cNvGrpSpPr/>
          <p:nvPr/>
        </p:nvGrpSpPr>
        <p:grpSpPr>
          <a:xfrm>
            <a:off x="1329958" y="4414761"/>
            <a:ext cx="1551027" cy="1909869"/>
            <a:chOff x="1329958" y="4414761"/>
            <a:chExt cx="1551027" cy="1909869"/>
          </a:xfrm>
        </p:grpSpPr>
        <p:sp>
          <p:nvSpPr>
            <p:cNvPr id="11" name="Figura a mano libera: Forma 34">
              <a:extLst>
                <a:ext uri="{FF2B5EF4-FFF2-40B4-BE49-F238E27FC236}">
                  <a16:creationId xmlns:a16="http://schemas.microsoft.com/office/drawing/2014/main" id="{CD3E6B9A-AC58-121A-7B32-2A962B96AD08}"/>
                </a:ext>
              </a:extLst>
            </p:cNvPr>
            <p:cNvSpPr/>
            <p:nvPr/>
          </p:nvSpPr>
          <p:spPr>
            <a:xfrm rot="18899994" flipV="1">
              <a:off x="1455989" y="4934153"/>
              <a:ext cx="1853973" cy="92698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58746"/>
                <a:gd name="f7" fmla="val 1329373"/>
                <a:gd name="f8" fmla="val 2063565"/>
                <a:gd name="f9" fmla="val 595181"/>
                <a:gd name="f10" fmla="val 1994059"/>
                <a:gd name="f11" fmla="val 962277"/>
                <a:gd name="f12" fmla="val 1696469"/>
                <a:gd name="f13" fmla="val 664687"/>
                <a:gd name="f14" fmla="+- 0 0 -90"/>
                <a:gd name="f15" fmla="*/ f3 1 2658746"/>
                <a:gd name="f16" fmla="*/ f4 1 1329373"/>
                <a:gd name="f17" fmla="+- f7 0 f5"/>
                <a:gd name="f18" fmla="+- f6 0 f5"/>
                <a:gd name="f19" fmla="*/ f14 f0 1"/>
                <a:gd name="f20" fmla="*/ f18 1 2658746"/>
                <a:gd name="f21" fmla="*/ f17 1 1329373"/>
                <a:gd name="f22" fmla="*/ 1329373 f18 1"/>
                <a:gd name="f23" fmla="*/ 0 f17 1"/>
                <a:gd name="f24" fmla="*/ 2658746 f18 1"/>
                <a:gd name="f25" fmla="*/ 1329373 f17 1"/>
                <a:gd name="f26" fmla="*/ 1994059 f18 1"/>
                <a:gd name="f27" fmla="*/ 664687 f17 1"/>
                <a:gd name="f28" fmla="*/ 664687 f18 1"/>
                <a:gd name="f29" fmla="*/ 0 f18 1"/>
                <a:gd name="f30" fmla="*/ f19 1 f2"/>
                <a:gd name="f31" fmla="*/ f22 1 2658746"/>
                <a:gd name="f32" fmla="*/ f23 1 1329373"/>
                <a:gd name="f33" fmla="*/ f24 1 2658746"/>
                <a:gd name="f34" fmla="*/ f25 1 1329373"/>
                <a:gd name="f35" fmla="*/ f26 1 2658746"/>
                <a:gd name="f36" fmla="*/ f27 1 1329373"/>
                <a:gd name="f37" fmla="*/ f28 1 2658746"/>
                <a:gd name="f38" fmla="*/ f29 1 2658746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1"/>
                <a:gd name="f50" fmla="*/ f37 1 f20"/>
                <a:gd name="f51" fmla="*/ f38 1 f20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56" y="f61"/>
                </a:cxn>
                <a:cxn ang="f43">
                  <a:pos x="f62" y="f59"/>
                </a:cxn>
                <a:cxn ang="f43">
                  <a:pos x="f63" y="f59"/>
                </a:cxn>
                <a:cxn ang="f43">
                  <a:pos x="f56" y="f57"/>
                </a:cxn>
              </a:cxnLst>
              <a:rect l="f52" t="f55" r="f53" b="f54"/>
              <a:pathLst>
                <a:path w="2658746" h="1329373">
                  <a:moveTo>
                    <a:pt x="f7" y="f5"/>
                  </a:moveTo>
                  <a:cubicBezTo>
                    <a:pt x="f8" y="f5"/>
                    <a:pt x="f6" y="f9"/>
                    <a:pt x="f6" y="f7"/>
                  </a:cubicBezTo>
                  <a:lnTo>
                    <a:pt x="f10" y="f7"/>
                  </a:lnTo>
                  <a:cubicBezTo>
                    <a:pt x="f10" y="f11"/>
                    <a:pt x="f12" y="f13"/>
                    <a:pt x="f7" y="f13"/>
                  </a:cubicBezTo>
                  <a:cubicBezTo>
                    <a:pt x="f11" y="f13"/>
                    <a:pt x="f13" y="f11"/>
                    <a:pt x="f13" y="f7"/>
                  </a:cubicBezTo>
                  <a:lnTo>
                    <a:pt x="f5" y="f7"/>
                  </a:lnTo>
                  <a:cubicBezTo>
                    <a:pt x="f5" y="f9"/>
                    <a:pt x="f9" y="f5"/>
                    <a:pt x="f7" y="f5"/>
                  </a:cubicBezTo>
                  <a:close/>
                </a:path>
              </a:pathLst>
            </a:custGeom>
            <a:solidFill>
              <a:srgbClr val="1B192E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2" name="Figura a mano libera: Forma 35">
              <a:extLst>
                <a:ext uri="{FF2B5EF4-FFF2-40B4-BE49-F238E27FC236}">
                  <a16:creationId xmlns:a16="http://schemas.microsoft.com/office/drawing/2014/main" id="{E8F85AA5-BBF6-8C5A-8679-1A33DC6ABE52}"/>
                </a:ext>
              </a:extLst>
            </p:cNvPr>
            <p:cNvSpPr/>
            <p:nvPr/>
          </p:nvSpPr>
          <p:spPr>
            <a:xfrm rot="18899994" flipV="1">
              <a:off x="1407452" y="4795202"/>
              <a:ext cx="1853973" cy="109309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58746"/>
                <a:gd name="f7" fmla="val 1329373"/>
                <a:gd name="f8" fmla="val 2063565"/>
                <a:gd name="f9" fmla="val 595181"/>
                <a:gd name="f10" fmla="val 1994059"/>
                <a:gd name="f11" fmla="val 962277"/>
                <a:gd name="f12" fmla="val 1696469"/>
                <a:gd name="f13" fmla="val 664687"/>
                <a:gd name="f14" fmla="+- 0 0 -90"/>
                <a:gd name="f15" fmla="*/ f3 1 2658746"/>
                <a:gd name="f16" fmla="*/ f4 1 1329373"/>
                <a:gd name="f17" fmla="+- f7 0 f5"/>
                <a:gd name="f18" fmla="+- f6 0 f5"/>
                <a:gd name="f19" fmla="*/ f14 f0 1"/>
                <a:gd name="f20" fmla="*/ f18 1 2658746"/>
                <a:gd name="f21" fmla="*/ f17 1 1329373"/>
                <a:gd name="f22" fmla="*/ 1329373 f18 1"/>
                <a:gd name="f23" fmla="*/ 0 f17 1"/>
                <a:gd name="f24" fmla="*/ 2658746 f18 1"/>
                <a:gd name="f25" fmla="*/ 1329373 f17 1"/>
                <a:gd name="f26" fmla="*/ 1994059 f18 1"/>
                <a:gd name="f27" fmla="*/ 664687 f17 1"/>
                <a:gd name="f28" fmla="*/ 664687 f18 1"/>
                <a:gd name="f29" fmla="*/ 0 f18 1"/>
                <a:gd name="f30" fmla="*/ f19 1 f2"/>
                <a:gd name="f31" fmla="*/ f22 1 2658746"/>
                <a:gd name="f32" fmla="*/ f23 1 1329373"/>
                <a:gd name="f33" fmla="*/ f24 1 2658746"/>
                <a:gd name="f34" fmla="*/ f25 1 1329373"/>
                <a:gd name="f35" fmla="*/ f26 1 2658746"/>
                <a:gd name="f36" fmla="*/ f27 1 1329373"/>
                <a:gd name="f37" fmla="*/ f28 1 2658746"/>
                <a:gd name="f38" fmla="*/ f29 1 2658746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1"/>
                <a:gd name="f50" fmla="*/ f37 1 f20"/>
                <a:gd name="f51" fmla="*/ f38 1 f20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56" y="f61"/>
                </a:cxn>
                <a:cxn ang="f43">
                  <a:pos x="f62" y="f59"/>
                </a:cxn>
                <a:cxn ang="f43">
                  <a:pos x="f63" y="f59"/>
                </a:cxn>
                <a:cxn ang="f43">
                  <a:pos x="f56" y="f57"/>
                </a:cxn>
              </a:cxnLst>
              <a:rect l="f52" t="f55" r="f53" b="f54"/>
              <a:pathLst>
                <a:path w="2658746" h="1329373">
                  <a:moveTo>
                    <a:pt x="f7" y="f5"/>
                  </a:moveTo>
                  <a:cubicBezTo>
                    <a:pt x="f8" y="f5"/>
                    <a:pt x="f6" y="f9"/>
                    <a:pt x="f6" y="f7"/>
                  </a:cubicBezTo>
                  <a:lnTo>
                    <a:pt x="f10" y="f7"/>
                  </a:lnTo>
                  <a:cubicBezTo>
                    <a:pt x="f10" y="f11"/>
                    <a:pt x="f12" y="f13"/>
                    <a:pt x="f7" y="f13"/>
                  </a:cubicBezTo>
                  <a:cubicBezTo>
                    <a:pt x="f11" y="f13"/>
                    <a:pt x="f13" y="f11"/>
                    <a:pt x="f13" y="f7"/>
                  </a:cubicBezTo>
                  <a:lnTo>
                    <a:pt x="f5" y="f7"/>
                  </a:lnTo>
                  <a:cubicBezTo>
                    <a:pt x="f5" y="f9"/>
                    <a:pt x="f9" y="f5"/>
                    <a:pt x="f7" y="f5"/>
                  </a:cubicBezTo>
                  <a:close/>
                </a:path>
              </a:pathLst>
            </a:custGeom>
            <a:solidFill>
              <a:srgbClr val="7771B2">
                <a:alpha val="4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3" name="Ovale 36">
              <a:extLst>
                <a:ext uri="{FF2B5EF4-FFF2-40B4-BE49-F238E27FC236}">
                  <a16:creationId xmlns:a16="http://schemas.microsoft.com/office/drawing/2014/main" id="{AAA439CE-50F9-A7B0-4D35-09AEB1B661C2}"/>
                </a:ext>
              </a:extLst>
            </p:cNvPr>
            <p:cNvSpPr/>
            <p:nvPr/>
          </p:nvSpPr>
          <p:spPr>
            <a:xfrm rot="13500015" flipV="1">
              <a:off x="2490729" y="4344627"/>
              <a:ext cx="107094" cy="46659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14" name="Ovale 37">
              <a:extLst>
                <a:ext uri="{FF2B5EF4-FFF2-40B4-BE49-F238E27FC236}">
                  <a16:creationId xmlns:a16="http://schemas.microsoft.com/office/drawing/2014/main" id="{7B45F2E8-4C1F-2994-2AC4-F54A9F943438}"/>
                </a:ext>
              </a:extLst>
            </p:cNvPr>
            <p:cNvSpPr/>
            <p:nvPr/>
          </p:nvSpPr>
          <p:spPr>
            <a:xfrm rot="13500015" flipV="1">
              <a:off x="1509706" y="5325650"/>
              <a:ext cx="107094" cy="46659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2C284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it-IT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163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7CEE915-F85C-0717-778D-535FDDCD0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50797"/>
            <a:ext cx="11090272" cy="13330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477AF58-0072-82A1-30CE-41354BFA0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0861" y="2113864"/>
            <a:ext cx="11091598" cy="39789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it-IT"/>
              <a:t>Fare clic per modificare lo stile del titolo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722A78-13C0-4D32-4B3F-207BD3A4D46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50861" y="6507208"/>
            <a:ext cx="2628899" cy="1538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sp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0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</a:lstStyle>
          <a:p>
            <a:pPr lvl="0"/>
            <a:r>
              <a:rPr lang="it-IT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EE33DB-AF96-AA8E-0A52-2D18A4FF219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359148" y="6507208"/>
            <a:ext cx="6379211" cy="1538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sp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0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2D3534-8CEC-2B9E-B03F-0032A2824B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948864" y="6507208"/>
            <a:ext cx="1692270" cy="1538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sp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0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</a:lstStyle>
          <a:p>
            <a:pPr lvl="0"/>
            <a:fld id="{BAFAE90F-828E-48D0-84CE-1402935C0562}" type="slidenum"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0" marR="0" lvl="0" indent="0" algn="l" defTabSz="914400" rtl="0" eaLnBrk="1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it-IT" sz="4800" b="0" i="0" u="none" strike="noStrike" kern="1200" cap="none" spc="0" baseline="0">
          <a:solidFill>
            <a:srgbClr val="FFFFFF"/>
          </a:solidFill>
          <a:uFillTx/>
          <a:latin typeface="Walbaum Display"/>
        </a:defRPr>
      </a:lvl1pPr>
    </p:titleStyle>
    <p:bodyStyle>
      <a:lvl1pPr marL="228600" marR="0" lvl="0" indent="-228600" algn="l" defTabSz="914400" rtl="0" eaLnBrk="1" fontAlgn="auto" hangingPunct="1">
        <a:lnSpc>
          <a:spcPct val="110000"/>
        </a:lnSpc>
        <a:spcBef>
          <a:spcPts val="1000"/>
        </a:spcBef>
        <a:spcAft>
          <a:spcPts val="800"/>
        </a:spcAft>
        <a:buSzPct val="100000"/>
        <a:buFont typeface="Arial" pitchFamily="34"/>
        <a:buChar char="•"/>
        <a:tabLst/>
        <a:defRPr lang="it-IT" sz="2400" b="0" i="0" u="none" strike="noStrike" kern="1200" cap="none" spc="0" baseline="0">
          <a:solidFill>
            <a:srgbClr val="FFFFFF"/>
          </a:solidFill>
          <a:uFillTx/>
          <a:latin typeface="Gill Sans MT"/>
        </a:defRPr>
      </a:lvl1pPr>
      <a:lvl2pPr marL="685800" marR="0" lvl="1" indent="-228600" algn="l" defTabSz="914400" rtl="0" eaLnBrk="1" fontAlgn="auto" hangingPunct="1">
        <a:lnSpc>
          <a:spcPct val="110000"/>
        </a:lnSpc>
        <a:spcBef>
          <a:spcPts val="500"/>
        </a:spcBef>
        <a:spcAft>
          <a:spcPts val="800"/>
        </a:spcAft>
        <a:buSzPct val="100000"/>
        <a:buFont typeface="Arial" pitchFamily="34"/>
        <a:buChar char="•"/>
        <a:tabLst/>
        <a:defRPr lang="it-IT" sz="1600" b="0" i="0" u="none" strike="noStrike" kern="1200" cap="none" spc="0" baseline="0">
          <a:solidFill>
            <a:srgbClr val="FFFFFF"/>
          </a:solidFill>
          <a:uFillTx/>
          <a:latin typeface="Gill Sans MT"/>
        </a:defRPr>
      </a:lvl2pPr>
      <a:lvl3pPr marL="1143000" marR="0" lvl="2" indent="-228600" algn="l" defTabSz="914400" rtl="0" eaLnBrk="1" fontAlgn="auto" hangingPunct="1">
        <a:lnSpc>
          <a:spcPct val="110000"/>
        </a:lnSpc>
        <a:spcBef>
          <a:spcPts val="500"/>
        </a:spcBef>
        <a:spcAft>
          <a:spcPts val="800"/>
        </a:spcAft>
        <a:buSzPct val="100000"/>
        <a:buFont typeface="Arial" pitchFamily="34"/>
        <a:buChar char="•"/>
        <a:tabLst/>
        <a:defRPr lang="it-IT" sz="1600" b="0" i="0" u="none" strike="noStrike" kern="1200" cap="none" spc="0" baseline="0">
          <a:solidFill>
            <a:srgbClr val="FFFFFF"/>
          </a:solidFill>
          <a:uFillTx/>
          <a:latin typeface="Gill Sans MT"/>
        </a:defRPr>
      </a:lvl3pPr>
      <a:lvl4pPr marL="1600200" marR="0" lvl="3" indent="-228600" algn="l" defTabSz="914400" rtl="0" eaLnBrk="1" fontAlgn="auto" hangingPunct="1">
        <a:lnSpc>
          <a:spcPct val="110000"/>
        </a:lnSpc>
        <a:spcBef>
          <a:spcPts val="500"/>
        </a:spcBef>
        <a:spcAft>
          <a:spcPts val="800"/>
        </a:spcAft>
        <a:buSzPct val="100000"/>
        <a:buFont typeface="Arial" pitchFamily="34"/>
        <a:buChar char="•"/>
        <a:tabLst/>
        <a:defRPr lang="it-IT" sz="1600" b="0" i="0" u="none" strike="noStrike" kern="1200" cap="none" spc="0" baseline="0">
          <a:solidFill>
            <a:srgbClr val="FFFFFF"/>
          </a:solidFill>
          <a:uFillTx/>
          <a:latin typeface="Gill Sans MT"/>
        </a:defRPr>
      </a:lvl4pPr>
      <a:lvl5pPr marL="2057400" marR="0" lvl="4" indent="-228600" algn="l" defTabSz="914400" rtl="0" eaLnBrk="1" fontAlgn="auto" hangingPunct="1">
        <a:lnSpc>
          <a:spcPct val="110000"/>
        </a:lnSpc>
        <a:spcBef>
          <a:spcPts val="500"/>
        </a:spcBef>
        <a:spcAft>
          <a:spcPts val="800"/>
        </a:spcAft>
        <a:buSzPct val="100000"/>
        <a:buFont typeface="Arial" pitchFamily="34"/>
        <a:buChar char="•"/>
        <a:tabLst/>
        <a:defRPr lang="it-IT" sz="1600" b="0" i="0" u="none" strike="noStrike" kern="1200" cap="none" spc="0" baseline="0">
          <a:solidFill>
            <a:srgbClr val="FFFFFF"/>
          </a:solidFill>
          <a:uFillTx/>
          <a:latin typeface="Gill Sans M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3">
            <a:extLst>
              <a:ext uri="{FF2B5EF4-FFF2-40B4-BE49-F238E27FC236}">
                <a16:creationId xmlns:a16="http://schemas.microsoft.com/office/drawing/2014/main" id="{6E85745B-F5E5-FBD4-86C7-0BD4C359A3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8020" y="662940"/>
            <a:ext cx="4300011" cy="1871712"/>
          </a:xfrm>
        </p:spPr>
        <p:txBody>
          <a:bodyPr anchorCtr="1">
            <a:noAutofit/>
          </a:bodyPr>
          <a:lstStyle/>
          <a:p>
            <a:pPr lvl="0" algn="ctr">
              <a:lnSpc>
                <a:spcPct val="90000"/>
              </a:lnSpc>
            </a:pPr>
            <a:r>
              <a:rPr lang="en-GB" noProof="0" dirty="0"/>
              <a:t>Analog VMM analysis</a:t>
            </a:r>
          </a:p>
        </p:txBody>
      </p:sp>
      <p:pic>
        <p:nvPicPr>
          <p:cNvPr id="3" name="Segnaposto immagine 13" descr="Sfondo digitale con punti dati">
            <a:extLst>
              <a:ext uri="{FF2B5EF4-FFF2-40B4-BE49-F238E27FC236}">
                <a16:creationId xmlns:a16="http://schemas.microsoft.com/office/drawing/2014/main" id="{144CD06B-898D-A262-700B-20308566C07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7936" r="7936"/>
          <a:stretch>
            <a:fillRect/>
          </a:stretch>
        </p:blipFill>
        <p:spPr>
          <a:xfrm>
            <a:off x="0" y="0"/>
            <a:ext cx="6267453" cy="6858000"/>
          </a:xfrm>
        </p:spPr>
      </p:pic>
      <p:pic>
        <p:nvPicPr>
          <p:cNvPr id="4" name="Immagine 4" descr="Immagine che contiene testo, diagramma, Piano, schematico&#10;&#10;Il contenuto generato dall'IA potrebbe non essere corretto.">
            <a:extLst>
              <a:ext uri="{FF2B5EF4-FFF2-40B4-BE49-F238E27FC236}">
                <a16:creationId xmlns:a16="http://schemas.microsoft.com/office/drawing/2014/main" id="{AC7D551D-A0DC-298C-2782-CBCCFD386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84" y="2986613"/>
            <a:ext cx="7469815" cy="3330647"/>
          </a:xfrm>
          <a:prstGeom prst="roundRect">
            <a:avLst/>
          </a:prstGeom>
          <a:noFill/>
          <a:ln w="76196" cap="flat">
            <a:solidFill>
              <a:srgbClr val="1B192E"/>
            </a:solidFill>
            <a:prstDash val="solid"/>
            <a:miter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3">
            <a:extLst>
              <a:ext uri="{FF2B5EF4-FFF2-40B4-BE49-F238E27FC236}">
                <a16:creationId xmlns:a16="http://schemas.microsoft.com/office/drawing/2014/main" id="{EBD39A90-653A-99F3-6933-88D595227238}"/>
              </a:ext>
            </a:extLst>
          </p:cNvPr>
          <p:cNvGrpSpPr/>
          <p:nvPr/>
        </p:nvGrpSpPr>
        <p:grpSpPr>
          <a:xfrm>
            <a:off x="4803325" y="682638"/>
            <a:ext cx="734250" cy="760488"/>
            <a:chOff x="4803325" y="682638"/>
            <a:chExt cx="734250" cy="760488"/>
          </a:xfrm>
        </p:grpSpPr>
        <p:sp>
          <p:nvSpPr>
            <p:cNvPr id="3" name="Figura a mano libera 5">
              <a:extLst>
                <a:ext uri="{FF2B5EF4-FFF2-40B4-BE49-F238E27FC236}">
                  <a16:creationId xmlns:a16="http://schemas.microsoft.com/office/drawing/2014/main" id="{E90F40F1-61BE-7658-EDF2-988BF364B54E}"/>
                </a:ext>
              </a:extLst>
            </p:cNvPr>
            <p:cNvSpPr/>
            <p:nvPr/>
          </p:nvSpPr>
          <p:spPr>
            <a:xfrm rot="1800004">
              <a:off x="4916488" y="682638"/>
              <a:ext cx="621087" cy="3645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40"/>
                <a:gd name="f7" fmla="val 317"/>
                <a:gd name="f8" fmla="val 266"/>
                <a:gd name="f9" fmla="val 158"/>
                <a:gd name="f10" fmla="+- 0 0 -90"/>
                <a:gd name="f11" fmla="*/ f3 1 540"/>
                <a:gd name="f12" fmla="*/ f4 1 317"/>
                <a:gd name="f13" fmla="+- f7 0 f5"/>
                <a:gd name="f14" fmla="+- f6 0 f5"/>
                <a:gd name="f15" fmla="*/ f10 f0 1"/>
                <a:gd name="f16" fmla="*/ f14 1 540"/>
                <a:gd name="f17" fmla="*/ f13 1 317"/>
                <a:gd name="f18" fmla="*/ 266 f14 1"/>
                <a:gd name="f19" fmla="*/ 0 f13 1"/>
                <a:gd name="f20" fmla="*/ 0 f14 1"/>
                <a:gd name="f21" fmla="*/ 158 f13 1"/>
                <a:gd name="f22" fmla="*/ 317 f13 1"/>
                <a:gd name="f23" fmla="*/ 540 f14 1"/>
                <a:gd name="f24" fmla="*/ f15 1 f2"/>
                <a:gd name="f25" fmla="*/ f18 1 540"/>
                <a:gd name="f26" fmla="*/ f19 1 317"/>
                <a:gd name="f27" fmla="*/ f20 1 540"/>
                <a:gd name="f28" fmla="*/ f21 1 317"/>
                <a:gd name="f29" fmla="*/ f22 1 317"/>
                <a:gd name="f30" fmla="*/ f23 1 540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6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6" y="f50"/>
                </a:cxn>
                <a:cxn ang="f35">
                  <a:pos x="f51" y="f49"/>
                </a:cxn>
                <a:cxn ang="f35">
                  <a:pos x="f46" y="f47"/>
                </a:cxn>
              </a:cxnLst>
              <a:rect l="f42" t="f45" r="f43" b="f44"/>
              <a:pathLst>
                <a:path w="540" h="317">
                  <a:moveTo>
                    <a:pt x="f8" y="f5"/>
                  </a:moveTo>
                  <a:lnTo>
                    <a:pt x="f5" y="f9"/>
                  </a:lnTo>
                  <a:lnTo>
                    <a:pt x="f8" y="f7"/>
                  </a:lnTo>
                  <a:lnTo>
                    <a:pt x="f6" y="f9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noProof="0" dirty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4" name="Figura a mano libera 6">
              <a:extLst>
                <a:ext uri="{FF2B5EF4-FFF2-40B4-BE49-F238E27FC236}">
                  <a16:creationId xmlns:a16="http://schemas.microsoft.com/office/drawing/2014/main" id="{B0B287FE-0BB9-E40B-8C81-629D32AF032C}"/>
                </a:ext>
              </a:extLst>
            </p:cNvPr>
            <p:cNvSpPr/>
            <p:nvPr/>
          </p:nvSpPr>
          <p:spPr>
            <a:xfrm rot="1800004">
              <a:off x="4803325" y="749579"/>
              <a:ext cx="305939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6"/>
                <a:gd name="f7" fmla="val 468"/>
                <a:gd name="f8" fmla="val 310"/>
                <a:gd name="f9" fmla="val 159"/>
                <a:gd name="f10" fmla="+- 0 0 -90"/>
                <a:gd name="f11" fmla="*/ f3 1 266"/>
                <a:gd name="f12" fmla="*/ f4 1 468"/>
                <a:gd name="f13" fmla="+- f7 0 f5"/>
                <a:gd name="f14" fmla="+- f6 0 f5"/>
                <a:gd name="f15" fmla="*/ f10 f0 1"/>
                <a:gd name="f16" fmla="*/ f14 1 266"/>
                <a:gd name="f17" fmla="*/ f13 1 468"/>
                <a:gd name="f18" fmla="*/ 266 f14 1"/>
                <a:gd name="f19" fmla="*/ 468 f13 1"/>
                <a:gd name="f20" fmla="*/ 0 f14 1"/>
                <a:gd name="f21" fmla="*/ 310 f13 1"/>
                <a:gd name="f22" fmla="*/ 0 f13 1"/>
                <a:gd name="f23" fmla="*/ 159 f13 1"/>
                <a:gd name="f24" fmla="*/ f15 1 f2"/>
                <a:gd name="f25" fmla="*/ f18 1 266"/>
                <a:gd name="f26" fmla="*/ f19 1 468"/>
                <a:gd name="f27" fmla="*/ f20 1 266"/>
                <a:gd name="f28" fmla="*/ f21 1 468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8" y="f49"/>
                </a:cxn>
                <a:cxn ang="f35">
                  <a:pos x="f48" y="f50"/>
                </a:cxn>
                <a:cxn ang="f35">
                  <a:pos x="f48" y="f50"/>
                </a:cxn>
                <a:cxn ang="f35">
                  <a:pos x="f46" y="f51"/>
                </a:cxn>
                <a:cxn ang="f35">
                  <a:pos x="f46" y="f47"/>
                </a:cxn>
              </a:cxnLst>
              <a:rect l="f42" t="f45" r="f43" b="f44"/>
              <a:pathLst>
                <a:path w="266" h="468">
                  <a:moveTo>
                    <a:pt x="f6" y="f7"/>
                  </a:moveTo>
                  <a:lnTo>
                    <a:pt x="f5" y="f8"/>
                  </a:lnTo>
                  <a:lnTo>
                    <a:pt x="f5" y="f8"/>
                  </a:lnTo>
                  <a:lnTo>
                    <a:pt x="f5" y="f5"/>
                  </a:lnTo>
                  <a:lnTo>
                    <a:pt x="f5" y="f5"/>
                  </a:lnTo>
                  <a:lnTo>
                    <a:pt x="f6" y="f9"/>
                  </a:lnTo>
                  <a:lnTo>
                    <a:pt x="f6" y="f7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noProof="0" dirty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5" name="Figura a mano libera 8">
              <a:extLst>
                <a:ext uri="{FF2B5EF4-FFF2-40B4-BE49-F238E27FC236}">
                  <a16:creationId xmlns:a16="http://schemas.microsoft.com/office/drawing/2014/main" id="{9D393E98-C0B5-65E5-9631-6476908D89C3}"/>
                </a:ext>
              </a:extLst>
            </p:cNvPr>
            <p:cNvSpPr/>
            <p:nvPr/>
          </p:nvSpPr>
          <p:spPr>
            <a:xfrm rot="1800004">
              <a:off x="5067659" y="904856"/>
              <a:ext cx="315147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74"/>
                <a:gd name="f7" fmla="val 468"/>
                <a:gd name="f8" fmla="val 310"/>
                <a:gd name="f9" fmla="val 159"/>
                <a:gd name="f10" fmla="+- 0 0 -90"/>
                <a:gd name="f11" fmla="*/ f3 1 274"/>
                <a:gd name="f12" fmla="*/ f4 1 468"/>
                <a:gd name="f13" fmla="+- f7 0 f5"/>
                <a:gd name="f14" fmla="+- f6 0 f5"/>
                <a:gd name="f15" fmla="*/ f10 f0 1"/>
                <a:gd name="f16" fmla="*/ f14 1 274"/>
                <a:gd name="f17" fmla="*/ f13 1 468"/>
                <a:gd name="f18" fmla="*/ 274 f14 1"/>
                <a:gd name="f19" fmla="*/ 0 f13 1"/>
                <a:gd name="f20" fmla="*/ 310 f13 1"/>
                <a:gd name="f21" fmla="*/ 0 f14 1"/>
                <a:gd name="f22" fmla="*/ 468 f13 1"/>
                <a:gd name="f23" fmla="*/ 159 f13 1"/>
                <a:gd name="f24" fmla="*/ f15 1 f2"/>
                <a:gd name="f25" fmla="*/ f18 1 274"/>
                <a:gd name="f26" fmla="*/ f19 1 468"/>
                <a:gd name="f27" fmla="*/ f20 1 468"/>
                <a:gd name="f28" fmla="*/ f21 1 274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7"/>
                <a:gd name="f39" fmla="*/ f28 1 f16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2 1"/>
                <a:gd name="f49" fmla="*/ f39 f11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6" y="f48"/>
                </a:cxn>
                <a:cxn ang="f35">
                  <a:pos x="f46" y="f48"/>
                </a:cxn>
                <a:cxn ang="f35">
                  <a:pos x="f49" y="f50"/>
                </a:cxn>
                <a:cxn ang="f35">
                  <a:pos x="f49" y="f51"/>
                </a:cxn>
                <a:cxn ang="f35">
                  <a:pos x="f46" y="f47"/>
                </a:cxn>
                <a:cxn ang="f35">
                  <a:pos x="f46" y="f47"/>
                </a:cxn>
              </a:cxnLst>
              <a:rect l="f42" t="f45" r="f43" b="f44"/>
              <a:pathLst>
                <a:path w="274" h="468">
                  <a:moveTo>
                    <a:pt x="f6" y="f5"/>
                  </a:moveTo>
                  <a:lnTo>
                    <a:pt x="f6" y="f8"/>
                  </a:lnTo>
                  <a:lnTo>
                    <a:pt x="f6" y="f8"/>
                  </a:lnTo>
                  <a:lnTo>
                    <a:pt x="f5" y="f7"/>
                  </a:lnTo>
                  <a:lnTo>
                    <a:pt x="f5" y="f9"/>
                  </a:lnTo>
                  <a:lnTo>
                    <a:pt x="f6" y="f5"/>
                  </a:lnTo>
                  <a:lnTo>
                    <a:pt x="f6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noProof="0" dirty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6" name="Titolo 1">
            <a:extLst>
              <a:ext uri="{FF2B5EF4-FFF2-40B4-BE49-F238E27FC236}">
                <a16:creationId xmlns:a16="http://schemas.microsoft.com/office/drawing/2014/main" id="{E6876ED0-CB8F-ABF1-67DE-A552B2433B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noProof="0" dirty="0"/>
              <a:t>Floating gate cell design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42CF7E8-FD85-833D-3DEB-3291162DDEB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83158" y="2827205"/>
            <a:ext cx="4917442" cy="3442139"/>
          </a:xfrm>
        </p:spPr>
        <p:txBody>
          <a:bodyPr lIns="91440" tIns="45720" rIns="91440" bIns="45720"/>
          <a:lstStyle/>
          <a:p>
            <a:pPr marL="0" lvl="0" indent="0" algn="r">
              <a:buNone/>
            </a:pPr>
            <a:r>
              <a:rPr lang="en-GB" sz="1800" noProof="0" dirty="0"/>
              <a:t>The floating-gate cell used is made up of an n-</a:t>
            </a:r>
            <a:r>
              <a:rPr lang="en-GB" sz="1800" noProof="0" dirty="0" err="1"/>
              <a:t>mos</a:t>
            </a:r>
            <a:r>
              <a:rPr lang="en-GB" sz="1800" noProof="0" dirty="0"/>
              <a:t> with a p-cap connected in series with the gate.</a:t>
            </a:r>
          </a:p>
          <a:p>
            <a:pPr marL="0" lvl="0" indent="0" algn="r">
              <a:buNone/>
            </a:pPr>
            <a:r>
              <a:rPr lang="en-GB" sz="1800" noProof="0" dirty="0"/>
              <a:t>The value of the voltage stored in the p-cap, being a drop in series with the </a:t>
            </a:r>
            <a:r>
              <a:rPr lang="en-GB" sz="1800" noProof="0" dirty="0" err="1"/>
              <a:t>mos</a:t>
            </a:r>
            <a:r>
              <a:rPr lang="en-GB" sz="1800" noProof="0" dirty="0"/>
              <a:t> gate, has the same effect as an increase in the threshold voltage (Vth).</a:t>
            </a:r>
          </a:p>
        </p:txBody>
      </p:sp>
      <p:pic>
        <p:nvPicPr>
          <p:cNvPr id="8" name="Segnaposto immagine 19" descr="Primo piano di un grafico">
            <a:extLst>
              <a:ext uri="{FF2B5EF4-FFF2-40B4-BE49-F238E27FC236}">
                <a16:creationId xmlns:a16="http://schemas.microsoft.com/office/drawing/2014/main" id="{0D620D34-6584-1CBC-397A-4F907C4B5897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9" r="9"/>
          <a:stretch>
            <a:fillRect/>
          </a:stretch>
        </p:blipFill>
        <p:spPr>
          <a:xfrm>
            <a:off x="6095591" y="0"/>
            <a:ext cx="6095993" cy="6858000"/>
          </a:xfr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51458D06-5F8D-953C-9BB7-60775DA6F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9378" y="5232626"/>
            <a:ext cx="1079997" cy="107999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 noProof="0" dirty="0">
              <a:solidFill>
                <a:srgbClr val="FFFFFF"/>
              </a:solidFill>
              <a:uFillTx/>
              <a:latin typeface="Gill Sans MT"/>
            </a:endParaRPr>
          </a:p>
        </p:txBody>
      </p:sp>
      <p:pic>
        <p:nvPicPr>
          <p:cNvPr id="10" name="Segnaposto contenuto 4" descr="Immagine che contiene schermata, spazio, Universo, astronomia&#10;&#10;Il contenuto generato dall'IA potrebbe non essere corretto.">
            <a:extLst>
              <a:ext uri="{FF2B5EF4-FFF2-40B4-BE49-F238E27FC236}">
                <a16:creationId xmlns:a16="http://schemas.microsoft.com/office/drawing/2014/main" id="{6C7AFF97-5079-B851-E5DE-2D085E01C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315" y="1722116"/>
            <a:ext cx="5082536" cy="3413756"/>
          </a:xfrm>
          <a:prstGeom prst="roundRect">
            <a:avLst/>
          </a:prstGeom>
          <a:solidFill>
            <a:srgbClr val="0070C0"/>
          </a:solidFill>
          <a:ln w="76196" cap="flat">
            <a:solidFill>
              <a:srgbClr val="1B192E"/>
            </a:solidFill>
            <a:prstDash val="solid"/>
            <a:miter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C681-2037-22C5-E2B6-A8E72803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24" descr="Primo piano di una rete">
            <a:extLst>
              <a:ext uri="{FF2B5EF4-FFF2-40B4-BE49-F238E27FC236}">
                <a16:creationId xmlns:a16="http://schemas.microsoft.com/office/drawing/2014/main" id="{867A5E99-BC00-1394-C9EF-7666D7A0A57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0" y="0"/>
            <a:ext cx="6265866" cy="6858000"/>
          </a:xfr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D0F13462-D646-E8D7-4B40-E398BB0F7C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6300" y="255639"/>
            <a:ext cx="4899629" cy="2046607"/>
          </a:xfrm>
        </p:spPr>
        <p:txBody>
          <a:bodyPr>
            <a:normAutofit/>
          </a:bodyPr>
          <a:lstStyle/>
          <a:p>
            <a:pPr lvl="0"/>
            <a:r>
              <a:rPr lang="en-GB" sz="4000" noProof="0" dirty="0"/>
              <a:t>Weak inversion polarization of the </a:t>
            </a:r>
            <a:br>
              <a:rPr lang="en-GB" sz="4000" noProof="0" dirty="0"/>
            </a:br>
            <a:r>
              <a:rPr lang="en-GB" sz="4000" noProof="0" dirty="0"/>
              <a:t>n-</a:t>
            </a:r>
            <a:r>
              <a:rPr lang="en-GB" sz="4000" noProof="0" dirty="0" err="1"/>
              <a:t>mos</a:t>
            </a:r>
            <a:r>
              <a:rPr lang="en-GB" sz="4000" noProof="0" dirty="0"/>
              <a:t> cell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7C8343D6-3C3D-913C-C75D-DDDDE9CC1D52}"/>
                  </a:ext>
                </a:extLst>
              </p:cNvPr>
              <p:cNvSpPr txBox="1"/>
              <p:nvPr/>
            </p:nvSpPr>
            <p:spPr>
              <a:xfrm>
                <a:off x="6599075" y="2438400"/>
                <a:ext cx="4917442" cy="3964747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marL="0" marR="0" lvl="0" indent="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The single n-</a:t>
                </a:r>
                <a:r>
                  <a:rPr lang="en-GB" sz="1800" b="0" i="0" u="none" strike="noStrike" kern="1200" cap="none" spc="0" baseline="0" noProof="0" dirty="0" err="1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mos</a:t>
                </a: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cell must work in weak inversion, for this reason the drain current have to be limited to a maximum value calculated as follows.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𝑑𝑠𝑝𝑒𝑐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𝑑𝑠𝑝𝑒𝑐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𝑑𝑠𝑝𝑒𝑐</m:t>
                              </m:r>
                            </m:sub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f>
                            <m:f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Were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𝑑𝑠𝑝𝑒𝑐</m:t>
                        </m:r>
                      </m:sub>
                      <m:sup>
                        <m: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≅0,2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𝑊</m:t>
                    </m:r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is the aspect ratio of the n-mos.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With the simulation we want to verify that with the calculated drain current, the n-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mos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work in weak inversion.</a:t>
                </a:r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 xmlns="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7C8343D6-3C3D-913C-C75D-DDDDE9CC1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075" y="2438400"/>
                <a:ext cx="4917442" cy="3964747"/>
              </a:xfrm>
              <a:prstGeom prst="rect">
                <a:avLst/>
              </a:prstGeom>
              <a:blipFill>
                <a:blip r:embed="rId4"/>
                <a:stretch>
                  <a:fillRect l="-1117" t="-615" r="-1861" b="-1385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 descr="Immagine che contiene schermata, testo, spazio, diagramma&#10;&#10;Il contenuto generato dall'IA potrebbe non essere corretto.">
            <a:extLst>
              <a:ext uri="{FF2B5EF4-FFF2-40B4-BE49-F238E27FC236}">
                <a16:creationId xmlns:a16="http://schemas.microsoft.com/office/drawing/2014/main" id="{83A99CD8-E4C1-C68F-1A7E-10AA074364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53" y="1562100"/>
            <a:ext cx="4632960" cy="3733800"/>
          </a:xfrm>
          <a:prstGeom prst="roundRect">
            <a:avLst/>
          </a:prstGeom>
          <a:ln w="76200">
            <a:solidFill>
              <a:srgbClr val="1B192E"/>
            </a:solidFill>
          </a:ln>
        </p:spPr>
      </p:pic>
    </p:spTree>
    <p:extLst>
      <p:ext uri="{BB962C8B-B14F-4D97-AF65-F5344CB8AC3E}">
        <p14:creationId xmlns:p14="http://schemas.microsoft.com/office/powerpoint/2010/main" val="2357937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D5E9E21-6B5F-4713-FD27-6536ADBB3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67" y="408530"/>
            <a:ext cx="6179820" cy="4389120"/>
          </a:xfrm>
          <a:prstGeom prst="roundRect">
            <a:avLst>
              <a:gd name="adj" fmla="val 2330"/>
            </a:avLst>
          </a:prstGeom>
        </p:spPr>
      </p:pic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9A00667C-BBA1-F2BB-2ACC-2DF14A1B285C}"/>
              </a:ext>
            </a:extLst>
          </p:cNvPr>
          <p:cNvSpPr txBox="1">
            <a:spLocks/>
          </p:cNvSpPr>
          <p:nvPr/>
        </p:nvSpPr>
        <p:spPr>
          <a:xfrm>
            <a:off x="7030065" y="408530"/>
            <a:ext cx="4515587" cy="14006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eaLnBrk="1" fontAlgn="auto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24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  <a:lvl2pPr marL="685800" marR="0" lvl="1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2pPr>
            <a:lvl3pPr marL="1143000" marR="0" lvl="2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3pPr>
            <a:lvl4pPr marL="1600200" marR="0" lvl="3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4pPr>
            <a:lvl5pPr marL="2057400" marR="0" lvl="4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The simulation is performed by charging the p-cap with different charge values and applying a voltage ramp to the gate of the n-</a:t>
            </a:r>
            <a:r>
              <a:rPr lang="en-US" sz="1800" dirty="0" err="1"/>
              <a:t>mos</a:t>
            </a:r>
            <a:r>
              <a:rPr lang="en-US" sz="1800" dirty="0"/>
              <a:t>, while measuring the drain current.</a:t>
            </a: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2C7048E5-C971-A9C9-FA47-182019CA97A0}"/>
              </a:ext>
            </a:extLst>
          </p:cNvPr>
          <p:cNvSpPr txBox="1">
            <a:spLocks/>
          </p:cNvSpPr>
          <p:nvPr/>
        </p:nvSpPr>
        <p:spPr>
          <a:xfrm>
            <a:off x="7030064" y="2028395"/>
            <a:ext cx="4515587" cy="27692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eaLnBrk="1" fontAlgn="auto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24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  <a:lvl2pPr marL="685800" marR="0" lvl="1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2pPr>
            <a:lvl3pPr marL="1143000" marR="0" lvl="2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3pPr>
            <a:lvl4pPr marL="1600200" marR="0" lvl="3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4pPr>
            <a:lvl5pPr marL="2057400" marR="0" lvl="4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gate voltage goes from 0V to 1V</a:t>
            </a:r>
          </a:p>
          <a:p>
            <a:r>
              <a:rPr lang="en-US" sz="1800" dirty="0">
                <a:solidFill>
                  <a:schemeClr val="bg1"/>
                </a:solidFill>
              </a:rPr>
              <a:t>The p-cap charge goes from 1fC to 20fC with 6 steps</a:t>
            </a:r>
          </a:p>
          <a:p>
            <a:r>
              <a:rPr lang="en-US" sz="1800" dirty="0">
                <a:solidFill>
                  <a:schemeClr val="bg1"/>
                </a:solidFill>
              </a:rPr>
              <a:t>The n-</a:t>
            </a:r>
            <a:r>
              <a:rPr lang="en-US" sz="1800" dirty="0" err="1">
                <a:solidFill>
                  <a:schemeClr val="bg1"/>
                </a:solidFill>
              </a:rPr>
              <a:t>mos</a:t>
            </a:r>
            <a:r>
              <a:rPr lang="en-US" sz="1800" dirty="0">
                <a:solidFill>
                  <a:schemeClr val="bg1"/>
                </a:solidFill>
              </a:rPr>
              <a:t> aspect ratio is </a:t>
            </a:r>
            <a:r>
              <a:rPr lang="en-US" sz="1800" dirty="0" err="1">
                <a:solidFill>
                  <a:schemeClr val="bg1"/>
                </a:solidFill>
              </a:rPr>
              <a:t>Wn</a:t>
            </a:r>
            <a:r>
              <a:rPr lang="en-US" sz="1800" dirty="0">
                <a:solidFill>
                  <a:schemeClr val="bg1"/>
                </a:solidFill>
              </a:rPr>
              <a:t>/Ln=1um/0,8um</a:t>
            </a:r>
          </a:p>
          <a:p>
            <a:r>
              <a:rPr lang="en-US" sz="1800" dirty="0">
                <a:solidFill>
                  <a:schemeClr val="bg1"/>
                </a:solidFill>
              </a:rPr>
              <a:t>The drain source voltage is </a:t>
            </a:r>
            <a:r>
              <a:rPr lang="en-US" sz="1800" dirty="0" err="1">
                <a:solidFill>
                  <a:schemeClr val="bg1"/>
                </a:solidFill>
              </a:rPr>
              <a:t>Vds</a:t>
            </a:r>
            <a:r>
              <a:rPr lang="en-US" sz="1800" dirty="0">
                <a:solidFill>
                  <a:schemeClr val="bg1"/>
                </a:solidFill>
              </a:rPr>
              <a:t>=1V</a:t>
            </a:r>
            <a:endParaRPr lang="en-GB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egnaposto contenuto 2">
                <a:extLst>
                  <a:ext uri="{FF2B5EF4-FFF2-40B4-BE49-F238E27FC236}">
                    <a16:creationId xmlns:a16="http://schemas.microsoft.com/office/drawing/2014/main" id="{52BA95C0-671D-8D85-8905-C656EDF000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9367" y="5048865"/>
                <a:ext cx="11076284" cy="14006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>
                <a:lvl1pPr marL="228600" marR="0" lvl="0" indent="-228600" algn="l" defTabSz="914400" rtl="0" eaLnBrk="1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24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1pPr>
                <a:lvl2pPr marL="685800" marR="0" lvl="1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As we can see from the graph, the curve are linear when the drain current is under approximately 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𝑛𝐴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With the n-</a:t>
                </a:r>
                <a:r>
                  <a:rPr lang="en-GB" sz="1800" dirty="0" err="1">
                    <a:solidFill>
                      <a:schemeClr val="bg1"/>
                    </a:solidFill>
                  </a:rPr>
                  <a:t>mos</a:t>
                </a:r>
                <a:r>
                  <a:rPr lang="en-GB" sz="1800" dirty="0">
                    <a:solidFill>
                      <a:schemeClr val="bg1"/>
                    </a:solidFill>
                  </a:rPr>
                  <a:t> dimension analysed the maximum drain current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𝑑𝑠</m:t>
                        </m:r>
                      </m:sub>
                    </m:sSub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it-IT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t-IT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𝑑𝑠𝑝𝑒𝑐</m:t>
                            </m:r>
                          </m:sub>
                          <m:sup>
                            <m:r>
                              <a:rPr lang="it-IT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f>
                          <m:fPr>
                            <m:ctrlPr>
                              <a:rPr lang="en-GB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GB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num>
                      <m:den>
                        <m: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𝑛𝐴</m:t>
                    </m:r>
                  </m:oMath>
                </a14:m>
                <a:endParaRPr lang="en-GB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Segnaposto contenuto 2">
                <a:extLst>
                  <a:ext uri="{FF2B5EF4-FFF2-40B4-BE49-F238E27FC236}">
                    <a16:creationId xmlns:a16="http://schemas.microsoft.com/office/drawing/2014/main" id="{52BA95C0-671D-8D85-8905-C656EDF00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67" y="5048865"/>
                <a:ext cx="11076284" cy="1400605"/>
              </a:xfrm>
              <a:prstGeom prst="rect">
                <a:avLst/>
              </a:prstGeom>
              <a:blipFill>
                <a:blip r:embed="rId4"/>
                <a:stretch>
                  <a:fillRect l="-495" t="-17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3">
            <a:extLst>
              <a:ext uri="{FF2B5EF4-FFF2-40B4-BE49-F238E27FC236}">
                <a16:creationId xmlns:a16="http://schemas.microsoft.com/office/drawing/2014/main" id="{D5DC788B-659E-ECCA-9A8B-D306A10543D5}"/>
              </a:ext>
            </a:extLst>
          </p:cNvPr>
          <p:cNvGrpSpPr/>
          <p:nvPr/>
        </p:nvGrpSpPr>
        <p:grpSpPr>
          <a:xfrm>
            <a:off x="10853718" y="350089"/>
            <a:ext cx="734259" cy="760488"/>
            <a:chOff x="10853718" y="350089"/>
            <a:chExt cx="734259" cy="760488"/>
          </a:xfrm>
        </p:grpSpPr>
        <p:sp>
          <p:nvSpPr>
            <p:cNvPr id="3" name="Figura a mano libera 5">
              <a:extLst>
                <a:ext uri="{FF2B5EF4-FFF2-40B4-BE49-F238E27FC236}">
                  <a16:creationId xmlns:a16="http://schemas.microsoft.com/office/drawing/2014/main" id="{8D50D0D6-AFB1-BE4F-B1C2-FC5FABA31E85}"/>
                </a:ext>
              </a:extLst>
            </p:cNvPr>
            <p:cNvSpPr/>
            <p:nvPr/>
          </p:nvSpPr>
          <p:spPr>
            <a:xfrm rot="1800004">
              <a:off x="10966890" y="350089"/>
              <a:ext cx="621087" cy="3645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40"/>
                <a:gd name="f7" fmla="val 317"/>
                <a:gd name="f8" fmla="val 266"/>
                <a:gd name="f9" fmla="val 158"/>
                <a:gd name="f10" fmla="+- 0 0 -90"/>
                <a:gd name="f11" fmla="*/ f3 1 540"/>
                <a:gd name="f12" fmla="*/ f4 1 317"/>
                <a:gd name="f13" fmla="+- f7 0 f5"/>
                <a:gd name="f14" fmla="+- f6 0 f5"/>
                <a:gd name="f15" fmla="*/ f10 f0 1"/>
                <a:gd name="f16" fmla="*/ f14 1 540"/>
                <a:gd name="f17" fmla="*/ f13 1 317"/>
                <a:gd name="f18" fmla="*/ 266 f14 1"/>
                <a:gd name="f19" fmla="*/ 0 f13 1"/>
                <a:gd name="f20" fmla="*/ 0 f14 1"/>
                <a:gd name="f21" fmla="*/ 158 f13 1"/>
                <a:gd name="f22" fmla="*/ 317 f13 1"/>
                <a:gd name="f23" fmla="*/ 540 f14 1"/>
                <a:gd name="f24" fmla="*/ f15 1 f2"/>
                <a:gd name="f25" fmla="*/ f18 1 540"/>
                <a:gd name="f26" fmla="*/ f19 1 317"/>
                <a:gd name="f27" fmla="*/ f20 1 540"/>
                <a:gd name="f28" fmla="*/ f21 1 317"/>
                <a:gd name="f29" fmla="*/ f22 1 317"/>
                <a:gd name="f30" fmla="*/ f23 1 540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6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6" y="f50"/>
                </a:cxn>
                <a:cxn ang="f35">
                  <a:pos x="f51" y="f49"/>
                </a:cxn>
                <a:cxn ang="f35">
                  <a:pos x="f46" y="f47"/>
                </a:cxn>
              </a:cxnLst>
              <a:rect l="f42" t="f45" r="f43" b="f44"/>
              <a:pathLst>
                <a:path w="540" h="317">
                  <a:moveTo>
                    <a:pt x="f8" y="f5"/>
                  </a:moveTo>
                  <a:lnTo>
                    <a:pt x="f5" y="f9"/>
                  </a:lnTo>
                  <a:lnTo>
                    <a:pt x="f8" y="f7"/>
                  </a:lnTo>
                  <a:lnTo>
                    <a:pt x="f6" y="f9"/>
                  </a:lnTo>
                  <a:lnTo>
                    <a:pt x="f8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noProof="0" dirty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4" name="Figura a mano libera 6">
              <a:extLst>
                <a:ext uri="{FF2B5EF4-FFF2-40B4-BE49-F238E27FC236}">
                  <a16:creationId xmlns:a16="http://schemas.microsoft.com/office/drawing/2014/main" id="{C935C85F-B3A5-EFB7-4FC6-171BBB092664}"/>
                </a:ext>
              </a:extLst>
            </p:cNvPr>
            <p:cNvSpPr/>
            <p:nvPr/>
          </p:nvSpPr>
          <p:spPr>
            <a:xfrm rot="1800004">
              <a:off x="10853718" y="417039"/>
              <a:ext cx="305939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6"/>
                <a:gd name="f7" fmla="val 468"/>
                <a:gd name="f8" fmla="val 310"/>
                <a:gd name="f9" fmla="val 159"/>
                <a:gd name="f10" fmla="+- 0 0 -90"/>
                <a:gd name="f11" fmla="*/ f3 1 266"/>
                <a:gd name="f12" fmla="*/ f4 1 468"/>
                <a:gd name="f13" fmla="+- f7 0 f5"/>
                <a:gd name="f14" fmla="+- f6 0 f5"/>
                <a:gd name="f15" fmla="*/ f10 f0 1"/>
                <a:gd name="f16" fmla="*/ f14 1 266"/>
                <a:gd name="f17" fmla="*/ f13 1 468"/>
                <a:gd name="f18" fmla="*/ 266 f14 1"/>
                <a:gd name="f19" fmla="*/ 468 f13 1"/>
                <a:gd name="f20" fmla="*/ 0 f14 1"/>
                <a:gd name="f21" fmla="*/ 310 f13 1"/>
                <a:gd name="f22" fmla="*/ 0 f13 1"/>
                <a:gd name="f23" fmla="*/ 159 f13 1"/>
                <a:gd name="f24" fmla="*/ f15 1 f2"/>
                <a:gd name="f25" fmla="*/ f18 1 266"/>
                <a:gd name="f26" fmla="*/ f19 1 468"/>
                <a:gd name="f27" fmla="*/ f20 1 266"/>
                <a:gd name="f28" fmla="*/ f21 1 468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6"/>
                <a:gd name="f39" fmla="*/ f28 1 f17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1 1"/>
                <a:gd name="f49" fmla="*/ f39 f12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8" y="f49"/>
                </a:cxn>
                <a:cxn ang="f35">
                  <a:pos x="f48" y="f49"/>
                </a:cxn>
                <a:cxn ang="f35">
                  <a:pos x="f48" y="f50"/>
                </a:cxn>
                <a:cxn ang="f35">
                  <a:pos x="f48" y="f50"/>
                </a:cxn>
                <a:cxn ang="f35">
                  <a:pos x="f46" y="f51"/>
                </a:cxn>
                <a:cxn ang="f35">
                  <a:pos x="f46" y="f47"/>
                </a:cxn>
              </a:cxnLst>
              <a:rect l="f42" t="f45" r="f43" b="f44"/>
              <a:pathLst>
                <a:path w="266" h="468">
                  <a:moveTo>
                    <a:pt x="f6" y="f7"/>
                  </a:moveTo>
                  <a:lnTo>
                    <a:pt x="f5" y="f8"/>
                  </a:lnTo>
                  <a:lnTo>
                    <a:pt x="f5" y="f8"/>
                  </a:lnTo>
                  <a:lnTo>
                    <a:pt x="f5" y="f5"/>
                  </a:lnTo>
                  <a:lnTo>
                    <a:pt x="f5" y="f5"/>
                  </a:lnTo>
                  <a:lnTo>
                    <a:pt x="f6" y="f9"/>
                  </a:lnTo>
                  <a:lnTo>
                    <a:pt x="f6" y="f7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noProof="0" dirty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5" name="Figura a mano libera 8">
              <a:extLst>
                <a:ext uri="{FF2B5EF4-FFF2-40B4-BE49-F238E27FC236}">
                  <a16:creationId xmlns:a16="http://schemas.microsoft.com/office/drawing/2014/main" id="{7BDBA895-82FA-D6A2-3555-6C2B3816474D}"/>
                </a:ext>
              </a:extLst>
            </p:cNvPr>
            <p:cNvSpPr/>
            <p:nvPr/>
          </p:nvSpPr>
          <p:spPr>
            <a:xfrm rot="1800004">
              <a:off x="11118051" y="572307"/>
              <a:ext cx="315147" cy="5382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74"/>
                <a:gd name="f7" fmla="val 468"/>
                <a:gd name="f8" fmla="val 310"/>
                <a:gd name="f9" fmla="val 159"/>
                <a:gd name="f10" fmla="+- 0 0 -90"/>
                <a:gd name="f11" fmla="*/ f3 1 274"/>
                <a:gd name="f12" fmla="*/ f4 1 468"/>
                <a:gd name="f13" fmla="+- f7 0 f5"/>
                <a:gd name="f14" fmla="+- f6 0 f5"/>
                <a:gd name="f15" fmla="*/ f10 f0 1"/>
                <a:gd name="f16" fmla="*/ f14 1 274"/>
                <a:gd name="f17" fmla="*/ f13 1 468"/>
                <a:gd name="f18" fmla="*/ 274 f14 1"/>
                <a:gd name="f19" fmla="*/ 0 f13 1"/>
                <a:gd name="f20" fmla="*/ 310 f13 1"/>
                <a:gd name="f21" fmla="*/ 0 f14 1"/>
                <a:gd name="f22" fmla="*/ 468 f13 1"/>
                <a:gd name="f23" fmla="*/ 159 f13 1"/>
                <a:gd name="f24" fmla="*/ f15 1 f2"/>
                <a:gd name="f25" fmla="*/ f18 1 274"/>
                <a:gd name="f26" fmla="*/ f19 1 468"/>
                <a:gd name="f27" fmla="*/ f20 1 468"/>
                <a:gd name="f28" fmla="*/ f21 1 274"/>
                <a:gd name="f29" fmla="*/ f22 1 468"/>
                <a:gd name="f30" fmla="*/ f23 1 468"/>
                <a:gd name="f31" fmla="*/ 0 1 f16"/>
                <a:gd name="f32" fmla="*/ f6 1 f16"/>
                <a:gd name="f33" fmla="*/ 0 1 f17"/>
                <a:gd name="f34" fmla="*/ f7 1 f17"/>
                <a:gd name="f35" fmla="+- f24 0 f1"/>
                <a:gd name="f36" fmla="*/ f25 1 f16"/>
                <a:gd name="f37" fmla="*/ f26 1 f17"/>
                <a:gd name="f38" fmla="*/ f27 1 f17"/>
                <a:gd name="f39" fmla="*/ f28 1 f16"/>
                <a:gd name="f40" fmla="*/ f29 1 f17"/>
                <a:gd name="f41" fmla="*/ f30 1 f17"/>
                <a:gd name="f42" fmla="*/ f31 f11 1"/>
                <a:gd name="f43" fmla="*/ f32 f11 1"/>
                <a:gd name="f44" fmla="*/ f34 f12 1"/>
                <a:gd name="f45" fmla="*/ f33 f12 1"/>
                <a:gd name="f46" fmla="*/ f36 f11 1"/>
                <a:gd name="f47" fmla="*/ f37 f12 1"/>
                <a:gd name="f48" fmla="*/ f38 f12 1"/>
                <a:gd name="f49" fmla="*/ f39 f11 1"/>
                <a:gd name="f50" fmla="*/ f40 f12 1"/>
                <a:gd name="f51" fmla="*/ f41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46" y="f47"/>
                </a:cxn>
                <a:cxn ang="f35">
                  <a:pos x="f46" y="f48"/>
                </a:cxn>
                <a:cxn ang="f35">
                  <a:pos x="f46" y="f48"/>
                </a:cxn>
                <a:cxn ang="f35">
                  <a:pos x="f49" y="f50"/>
                </a:cxn>
                <a:cxn ang="f35">
                  <a:pos x="f49" y="f51"/>
                </a:cxn>
                <a:cxn ang="f35">
                  <a:pos x="f46" y="f47"/>
                </a:cxn>
                <a:cxn ang="f35">
                  <a:pos x="f46" y="f47"/>
                </a:cxn>
              </a:cxnLst>
              <a:rect l="f42" t="f45" r="f43" b="f44"/>
              <a:pathLst>
                <a:path w="274" h="468">
                  <a:moveTo>
                    <a:pt x="f6" y="f5"/>
                  </a:moveTo>
                  <a:lnTo>
                    <a:pt x="f6" y="f8"/>
                  </a:lnTo>
                  <a:lnTo>
                    <a:pt x="f6" y="f8"/>
                  </a:lnTo>
                  <a:lnTo>
                    <a:pt x="f5" y="f7"/>
                  </a:lnTo>
                  <a:lnTo>
                    <a:pt x="f5" y="f9"/>
                  </a:lnTo>
                  <a:lnTo>
                    <a:pt x="f6" y="f5"/>
                  </a:lnTo>
                  <a:lnTo>
                    <a:pt x="f6" y="f5"/>
                  </a:lnTo>
                  <a:close/>
                </a:path>
              </a:pathLst>
            </a:custGeom>
            <a:gradFill>
              <a:gsLst>
                <a:gs pos="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noProof="0" dirty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6" name="Titolo 1">
            <a:extLst>
              <a:ext uri="{FF2B5EF4-FFF2-40B4-BE49-F238E27FC236}">
                <a16:creationId xmlns:a16="http://schemas.microsoft.com/office/drawing/2014/main" id="{7622EEFC-295C-2710-7626-9E4177587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85232" y="219227"/>
            <a:ext cx="4899629" cy="2331491"/>
          </a:xfrm>
        </p:spPr>
        <p:txBody>
          <a:bodyPr/>
          <a:lstStyle/>
          <a:p>
            <a:pPr lvl="0" algn="l"/>
            <a:r>
              <a:rPr lang="en-GB" noProof="0" dirty="0"/>
              <a:t>Current mirror cell design</a:t>
            </a:r>
          </a:p>
        </p:txBody>
      </p:sp>
      <p:pic>
        <p:nvPicPr>
          <p:cNvPr id="7" name="Segnaposto immagine 19" descr="Primo piano di un grafico">
            <a:extLst>
              <a:ext uri="{FF2B5EF4-FFF2-40B4-BE49-F238E27FC236}">
                <a16:creationId xmlns:a16="http://schemas.microsoft.com/office/drawing/2014/main" id="{95B6D7AB-D993-C13B-8ACF-6F57B1116B3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9" r="9"/>
          <a:stretch>
            <a:fillRect/>
          </a:stretch>
        </p:blipFill>
        <p:spPr>
          <a:xfrm>
            <a:off x="0" y="0"/>
            <a:ext cx="6095993" cy="6858000"/>
          </a:xfrm>
        </p:spPr>
      </p:pic>
      <p:sp>
        <p:nvSpPr>
          <p:cNvPr id="8" name="Ovale 8">
            <a:extLst>
              <a:ext uri="{FF2B5EF4-FFF2-40B4-BE49-F238E27FC236}">
                <a16:creationId xmlns:a16="http://schemas.microsoft.com/office/drawing/2014/main" id="{EFAF7B07-0083-8B4B-2328-0F8FE381E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6885" y="5245236"/>
            <a:ext cx="1079997" cy="107999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gradFill>
            <a:gsLst>
              <a:gs pos="0">
                <a:srgbClr val="1B192E"/>
              </a:gs>
              <a:gs pos="100000">
                <a:srgbClr val="7771B2"/>
              </a:gs>
            </a:gsLst>
            <a:path path="circle">
              <a:fillToRect l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 noProof="0" dirty="0">
              <a:solidFill>
                <a:srgbClr val="FFFFFF"/>
              </a:solidFill>
              <a:uFillTx/>
              <a:latin typeface="Gill Sans MT"/>
            </a:endParaRPr>
          </a:p>
        </p:txBody>
      </p:sp>
      <p:pic>
        <p:nvPicPr>
          <p:cNvPr id="9" name="Immagine 10" descr="Immagine che contiene spazio, schermata, Spazio esterno, astronomia&#10;&#10;Il contenuto generato dall'IA potrebbe non essere corretto.">
            <a:extLst>
              <a:ext uri="{FF2B5EF4-FFF2-40B4-BE49-F238E27FC236}">
                <a16:creationId xmlns:a16="http://schemas.microsoft.com/office/drawing/2014/main" id="{7F3DB7D7-82CC-9069-8775-A993A6D3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18" y="1839123"/>
            <a:ext cx="5795357" cy="3179752"/>
          </a:xfrm>
          <a:prstGeom prst="roundRect">
            <a:avLst/>
          </a:prstGeom>
          <a:noFill/>
          <a:ln w="76196" cap="flat">
            <a:solidFill>
              <a:srgbClr val="1B192E"/>
            </a:solidFill>
            <a:prstDash val="solid"/>
            <a:miter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egnaposto contenuto 2">
                <a:extLst>
                  <a:ext uri="{FF2B5EF4-FFF2-40B4-BE49-F238E27FC236}">
                    <a16:creationId xmlns:a16="http://schemas.microsoft.com/office/drawing/2014/main" id="{5D98A7EB-0C87-EF48-020D-C821F451A322}"/>
                  </a:ext>
                </a:extLst>
              </p:cNvPr>
              <p:cNvSpPr txBox="1"/>
              <p:nvPr/>
            </p:nvSpPr>
            <p:spPr>
              <a:xfrm>
                <a:off x="6785232" y="2703679"/>
                <a:ext cx="4917442" cy="344213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 fontScale="92500" lnSpcReduction="20000"/>
              </a:bodyPr>
              <a:lstStyle/>
              <a:p>
                <a:pPr marL="0" marR="0" lvl="0" indent="0" algn="l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rgbClr val="FFFFFF"/>
                    </a:solidFill>
                    <a:uFillTx/>
                    <a:latin typeface="Gill Sans MT"/>
                  </a:rPr>
                  <a:t>Two floating gate cells are used to make a current mirror.</a:t>
                </a:r>
              </a:p>
              <a:p>
                <a:pPr marL="0" marR="0" lvl="0" indent="0" algn="l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rgbClr val="FFFFFF"/>
                    </a:solidFill>
                    <a:uFillTx/>
                    <a:latin typeface="Gill Sans MT"/>
                  </a:rPr>
                  <a:t>The voltage drop on the p-cap produce a shift of the threshold voltage determining the current magnification factor of the mirror.</a:t>
                </a:r>
              </a:p>
              <a:p>
                <a:pPr marL="0" marR="0" lvl="0" indent="0" algn="l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rgbClr val="FFFFFF"/>
                    </a:solidFill>
                    <a:uFillTx/>
                    <a:latin typeface="Gill Sans MT"/>
                  </a:rPr>
                  <a:t>The n-</a:t>
                </a:r>
                <a:r>
                  <a:rPr lang="en-GB" sz="1800" b="0" i="0" u="none" strike="noStrike" kern="1200" cap="none" spc="0" baseline="0" noProof="0" dirty="0" err="1">
                    <a:solidFill>
                      <a:srgbClr val="FFFFFF"/>
                    </a:solidFill>
                    <a:uFillTx/>
                    <a:latin typeface="Gill Sans MT"/>
                  </a:rPr>
                  <a:t>mos</a:t>
                </a:r>
                <a:r>
                  <a:rPr lang="en-GB" sz="1800" b="0" i="0" u="none" strike="noStrike" kern="1200" cap="none" spc="0" baseline="0" noProof="0" dirty="0">
                    <a:solidFill>
                      <a:srgbClr val="FFFFFF"/>
                    </a:solidFill>
                    <a:uFillTx/>
                    <a:latin typeface="Gill Sans MT"/>
                  </a:rPr>
                  <a:t> are in weak inversion, so the output current is calculated as follows</a:t>
                </a:r>
              </a:p>
              <a:p>
                <a:pPr marL="0" marR="0" lvl="0" indent="0" algn="l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 noProof="0" dirty="0">
                  <a:solidFill>
                    <a:srgbClr val="FFFFFF"/>
                  </a:solidFill>
                  <a:uFillTx/>
                  <a:latin typeface="Gill Sans MT"/>
                </a:endParaRPr>
              </a:p>
              <a:p>
                <a:pPr marL="0" marR="0" lvl="0" indent="0" algn="l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GB" i="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i="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GB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GB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GB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GB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GB" sz="1800" b="0" i="0" u="none" strike="noStrike" kern="1200" cap="none" spc="0" baseline="0" noProof="0" dirty="0">
                  <a:solidFill>
                    <a:srgbClr val="FFFFFF"/>
                  </a:solidFill>
                  <a:uFillTx/>
                  <a:latin typeface="Gill Sans MT"/>
                </a:endParaRPr>
              </a:p>
              <a:p>
                <a:pPr marL="0" marR="0" lvl="0" indent="0" algn="l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 noProof="0" dirty="0">
                  <a:solidFill>
                    <a:srgbClr val="FFFFFF"/>
                  </a:solidFill>
                  <a:uFillTx/>
                  <a:latin typeface="Gill Sans MT"/>
                </a:endParaRPr>
              </a:p>
            </p:txBody>
          </p:sp>
        </mc:Choice>
        <mc:Fallback xmlns="">
          <p:sp>
            <p:nvSpPr>
              <p:cNvPr id="10" name="Segnaposto contenuto 2">
                <a:extLst>
                  <a:ext uri="{FF2B5EF4-FFF2-40B4-BE49-F238E27FC236}">
                    <a16:creationId xmlns:a16="http://schemas.microsoft.com/office/drawing/2014/main" id="{5D98A7EB-0C87-EF48-020D-C821F451A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232" y="2703679"/>
                <a:ext cx="4917442" cy="3442139"/>
              </a:xfrm>
              <a:prstGeom prst="rect">
                <a:avLst/>
              </a:prstGeom>
              <a:blipFill>
                <a:blip r:embed="rId5"/>
                <a:stretch>
                  <a:fillRect l="-743" t="-1418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24" descr="Primo piano di una rete">
            <a:extLst>
              <a:ext uri="{FF2B5EF4-FFF2-40B4-BE49-F238E27FC236}">
                <a16:creationId xmlns:a16="http://schemas.microsoft.com/office/drawing/2014/main" id="{D557EC26-F566-94D1-4942-E5E00B67A202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5926134" y="0"/>
            <a:ext cx="6265866" cy="6858000"/>
          </a:xfr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47AD32C9-47F5-77B9-B822-90CC9FE10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971" y="196897"/>
            <a:ext cx="4899629" cy="2331491"/>
          </a:xfrm>
        </p:spPr>
        <p:txBody>
          <a:bodyPr>
            <a:normAutofit/>
          </a:bodyPr>
          <a:lstStyle/>
          <a:p>
            <a:pPr lvl="0" algn="r"/>
            <a:r>
              <a:rPr lang="en-GB" sz="4000" noProof="0" dirty="0"/>
              <a:t>Magnification factor analysis for the current mirror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FB8732AA-F56E-A049-9690-ACE3FDC698A5}"/>
                  </a:ext>
                </a:extLst>
              </p:cNvPr>
              <p:cNvSpPr txBox="1"/>
              <p:nvPr/>
            </p:nvSpPr>
            <p:spPr>
              <a:xfrm>
                <a:off x="583158" y="2895154"/>
                <a:ext cx="4917442" cy="344213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marL="0" marR="0" lvl="0" indent="0" algn="r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rgbClr val="FFFFFF"/>
                    </a:solidFill>
                    <a:uFillTx/>
                    <a:latin typeface="Gill Sans MT"/>
                  </a:rPr>
                  <a:t>The output current value of the current mirror is calculated as follows.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800" b="0" i="1" u="none" strike="noStrike" kern="1200" cap="none" spc="0" baseline="0" noProof="0" smtClean="0">
                              <a:solidFill>
                                <a:srgbClr val="FFFFFF"/>
                              </a:solidFill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 noProof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GB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GB" i="1" noProof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GB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GB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i="1" noProof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GB" i="1" noProof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b="0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GB" b="0" i="1" noProof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0" i="1" noProof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∆</m:t>
                                      </m:r>
                                      <m:sSub>
                                        <m:sSubPr>
                                          <m:ctrlPr>
                                            <a:rPr lang="en-GB" b="0" i="1" noProof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noProof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GB" b="0" i="1" noProof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GB" b="0" i="1" noProof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sSub>
                                        <m:sSubPr>
                                          <m:ctrlPr>
                                            <a:rPr lang="en-GB" b="0" i="1" noProof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noProof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GB" b="0" i="1" noProof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den>
                                  </m:f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GB" sz="1800" b="0" i="0" u="none" strike="noStrike" kern="1200" cap="none" spc="0" baseline="0" noProof="0" dirty="0">
                  <a:solidFill>
                    <a:srgbClr val="FFFFFF"/>
                  </a:solidFill>
                  <a:uFillTx/>
                  <a:latin typeface="Gill Sans MT"/>
                </a:endParaRPr>
              </a:p>
              <a:p>
                <a:pPr lvl="0" algn="r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The magnification factor was evaluated by charging the p-cap with different charge levels and measuring the mirror’s output current with a sinusoidal input current applied.</a:t>
                </a:r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 xmlns="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FB8732AA-F56E-A049-9690-ACE3FDC69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58" y="2895154"/>
                <a:ext cx="4917442" cy="3442139"/>
              </a:xfrm>
              <a:prstGeom prst="rect">
                <a:avLst/>
              </a:prstGeom>
              <a:blipFill>
                <a:blip r:embed="rId4"/>
                <a:stretch>
                  <a:fillRect l="-372" t="-885" r="-2357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 descr="Immagine che contiene schermata, spazio&#10;&#10;Il contenuto generato dall'IA potrebbe non essere corretto.">
            <a:extLst>
              <a:ext uri="{FF2B5EF4-FFF2-40B4-BE49-F238E27FC236}">
                <a16:creationId xmlns:a16="http://schemas.microsoft.com/office/drawing/2014/main" id="{AC231C81-B9D5-6A87-B7A3-F8B5AD9EA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617" y="1919626"/>
            <a:ext cx="4914900" cy="3589020"/>
          </a:xfrm>
          <a:prstGeom prst="roundRect">
            <a:avLst>
              <a:gd name="adj" fmla="val 12284"/>
            </a:avLst>
          </a:prstGeom>
          <a:ln w="76200">
            <a:solidFill>
              <a:srgbClr val="1B192E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E807-6DC3-70C2-5FED-7932CF8A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C0FFEDF5-62FC-BCC2-7F37-F2B137FE4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1" y="381020"/>
            <a:ext cx="6454140" cy="4396740"/>
          </a:xfrm>
          <a:prstGeom prst="roundRect">
            <a:avLst>
              <a:gd name="adj" fmla="val 3473"/>
            </a:avLst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46D6AA7-A170-61B0-898C-891285B3EBD2}"/>
              </a:ext>
            </a:extLst>
          </p:cNvPr>
          <p:cNvSpPr txBox="1">
            <a:spLocks/>
          </p:cNvSpPr>
          <p:nvPr/>
        </p:nvSpPr>
        <p:spPr>
          <a:xfrm>
            <a:off x="7179274" y="252483"/>
            <a:ext cx="4806249" cy="465381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lnSpcReduction="10000"/>
          </a:bodyPr>
          <a:lstStyle>
            <a:lvl1pPr marL="228600" marR="0" lvl="0" indent="-228600" algn="l" defTabSz="914400" rtl="0" eaLnBrk="1" fontAlgn="auto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24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  <a:lvl2pPr marL="685800" marR="0" lvl="1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2pPr>
            <a:lvl3pPr marL="1143000" marR="0" lvl="2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3pPr>
            <a:lvl4pPr marL="1600200" marR="0" lvl="3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4pPr>
            <a:lvl5pPr marL="2057400" marR="0" lvl="4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/>
                </a:solidFill>
              </a:rPr>
              <a:t>The </a:t>
            </a:r>
            <a:r>
              <a:rPr lang="en-GB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 sinusoidal wave </a:t>
            </a:r>
            <a:r>
              <a:rPr lang="en-GB" sz="1800" dirty="0">
                <a:solidFill>
                  <a:schemeClr val="bg1"/>
                </a:solidFill>
              </a:rPr>
              <a:t>is the input current that goes into the master transistor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/>
                </a:solidFill>
              </a:rPr>
              <a:t>The </a:t>
            </a:r>
            <a:r>
              <a:rPr lang="en-GB" sz="1800" dirty="0">
                <a:solidFill>
                  <a:srgbClr val="FF0000"/>
                </a:solidFill>
              </a:rPr>
              <a:t>red sinusoidal wave </a:t>
            </a:r>
            <a:r>
              <a:rPr lang="en-GB" sz="1800" dirty="0">
                <a:solidFill>
                  <a:schemeClr val="bg1"/>
                </a:solidFill>
              </a:rPr>
              <a:t>is the output current from the slave transistor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The dimensions for the n-</a:t>
            </a:r>
            <a:r>
              <a:rPr lang="en-GB" sz="1800" dirty="0" err="1">
                <a:solidFill>
                  <a:schemeClr val="bg1"/>
                </a:solidFill>
              </a:rPr>
              <a:t>mos</a:t>
            </a:r>
            <a:r>
              <a:rPr lang="en-GB" sz="1800" dirty="0">
                <a:solidFill>
                  <a:schemeClr val="bg1"/>
                </a:solidFill>
              </a:rPr>
              <a:t> and for the p-cap are </a:t>
            </a:r>
          </a:p>
          <a:p>
            <a:r>
              <a:rPr lang="en-GB" sz="1800" dirty="0" err="1">
                <a:solidFill>
                  <a:schemeClr val="bg1"/>
                </a:solidFill>
              </a:rPr>
              <a:t>Wn</a:t>
            </a:r>
            <a:r>
              <a:rPr lang="en-GB" sz="1800" dirty="0">
                <a:solidFill>
                  <a:schemeClr val="bg1"/>
                </a:solidFill>
              </a:rPr>
              <a:t>/Ln = 1um/0,8um</a:t>
            </a:r>
          </a:p>
          <a:p>
            <a:r>
              <a:rPr lang="en-GB" sz="1800" dirty="0" err="1">
                <a:solidFill>
                  <a:schemeClr val="bg1"/>
                </a:solidFill>
              </a:rPr>
              <a:t>Wpcap</a:t>
            </a:r>
            <a:r>
              <a:rPr lang="en-GB" sz="1800" dirty="0">
                <a:solidFill>
                  <a:schemeClr val="bg1"/>
                </a:solidFill>
              </a:rPr>
              <a:t>*</a:t>
            </a:r>
            <a:r>
              <a:rPr lang="en-GB" sz="1800" dirty="0" err="1">
                <a:solidFill>
                  <a:schemeClr val="bg1"/>
                </a:solidFill>
              </a:rPr>
              <a:t>Lpcap</a:t>
            </a:r>
            <a:r>
              <a:rPr lang="en-GB" sz="1800" dirty="0">
                <a:solidFill>
                  <a:schemeClr val="bg1"/>
                </a:solidFill>
              </a:rPr>
              <a:t> = 5um*5um</a:t>
            </a:r>
          </a:p>
          <a:p>
            <a:pPr marL="0" indent="0">
              <a:buNone/>
            </a:pPr>
            <a:endParaRPr lang="en-GB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The p-cap is charged with 1fC and the drain voltage is </a:t>
            </a:r>
            <a:r>
              <a:rPr lang="en-GB" sz="1800" dirty="0" err="1">
                <a:solidFill>
                  <a:schemeClr val="bg1"/>
                </a:solidFill>
              </a:rPr>
              <a:t>Vds</a:t>
            </a:r>
            <a:r>
              <a:rPr lang="en-GB" sz="1800" dirty="0">
                <a:solidFill>
                  <a:schemeClr val="bg1"/>
                </a:solidFill>
              </a:rPr>
              <a:t>=600mV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636072C3-F4C6-D8AC-FCA9-41AB5B1559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8321" y="5113491"/>
                <a:ext cx="6454140" cy="1620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>
                <a:lvl1pPr marL="228600" marR="0" lvl="0" indent="-228600" algn="l" defTabSz="914400" rtl="0" eaLnBrk="1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24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1pPr>
                <a:lvl2pPr marL="685800" marR="0" lvl="1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The magnification factor from the analysis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𝑠𝑙𝑎𝑣𝑒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𝑚𝑎𝑠𝑡𝑒𝑟</m:t>
                              </m:r>
                            </m:sub>
                          </m:sSub>
                        </m:den>
                      </m:f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≅0,65</m:t>
                      </m:r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636072C3-F4C6-D8AC-FCA9-41AB5B155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21" y="5113491"/>
                <a:ext cx="6454140" cy="1620561"/>
              </a:xfrm>
              <a:prstGeom prst="rect">
                <a:avLst/>
              </a:prstGeom>
              <a:blipFill>
                <a:blip r:embed="rId4"/>
                <a:stretch>
                  <a:fillRect t="-18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egnaposto contenuto 2">
                <a:extLst>
                  <a:ext uri="{FF2B5EF4-FFF2-40B4-BE49-F238E27FC236}">
                    <a16:creationId xmlns:a16="http://schemas.microsoft.com/office/drawing/2014/main" id="{9C672B57-6784-416F-308E-7676BD0E86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5113492"/>
                <a:ext cx="5813903" cy="1620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>
                <a:lvl1pPr marL="228600" marR="0" lvl="0" indent="-228600" algn="l" defTabSz="914400" rtl="0" eaLnBrk="1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24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1pPr>
                <a:lvl2pPr marL="685800" marR="0" lvl="1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The theoretical calculated value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it-IT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𝑐𝑎𝑝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it-IT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it-IT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𝑐𝑎𝑝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it-IT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it-IT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𝑐𝑎𝑝</m:t>
                                      </m:r>
                                    </m:sub>
                                  </m:sSub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≅0,60</m:t>
                      </m:r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Segnaposto contenuto 2">
                <a:extLst>
                  <a:ext uri="{FF2B5EF4-FFF2-40B4-BE49-F238E27FC236}">
                    <a16:creationId xmlns:a16="http://schemas.microsoft.com/office/drawing/2014/main" id="{9C672B57-6784-416F-308E-7676BD0E8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113492"/>
                <a:ext cx="5813903" cy="1620561"/>
              </a:xfrm>
              <a:prstGeom prst="rect">
                <a:avLst/>
              </a:prstGeom>
              <a:blipFill>
                <a:blip r:embed="rId5"/>
                <a:stretch>
                  <a:fillRect t="-18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284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DBDEF-416A-CDB6-7A0F-556DFD9F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egnaposto contenuto 2">
                <a:extLst>
                  <a:ext uri="{FF2B5EF4-FFF2-40B4-BE49-F238E27FC236}">
                    <a16:creationId xmlns:a16="http://schemas.microsoft.com/office/drawing/2014/main" id="{078DC888-379D-C301-4233-A38B4DDBDB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2461" y="252484"/>
                <a:ext cx="4917442" cy="6353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>
                <a:normAutofit lnSpcReduction="10000"/>
              </a:bodyPr>
              <a:lstStyle>
                <a:lvl1pPr marL="228600" marR="0" lvl="0" indent="-228600" algn="l" defTabSz="914400" rtl="0" eaLnBrk="1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24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1pPr>
                <a:lvl2pPr marL="685800" marR="0" lvl="1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The magnification values corresponding to each curve are the following</a:t>
                </a:r>
              </a:p>
              <a:p>
                <a:r>
                  <a:rPr lang="en-GB" sz="1800" dirty="0">
                    <a:solidFill>
                      <a:srgbClr val="FF0000"/>
                    </a:solidFill>
                  </a:rPr>
                  <a:t>Red curve </a:t>
                </a:r>
                <a:r>
                  <a:rPr lang="en-GB" sz="18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𝑓𝐶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𝑠𝑖𝑚𝑢𝑙𝑎𝑡𝑒𝑑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0,65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𝑐𝑎𝑙𝑐𝑢𝑙𝑎𝑡𝑒𝑑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,6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  <a:p>
                <a:r>
                  <a:rPr lang="en-GB" sz="1800" dirty="0">
                    <a:solidFill>
                      <a:srgbClr val="FFFF00"/>
                    </a:solidFill>
                  </a:rPr>
                  <a:t>Yellow curve </a:t>
                </a:r>
                <a:r>
                  <a:rPr lang="en-GB" sz="18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,8</m:t>
                    </m:r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𝑓𝐶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𝑠𝑖𝑚𝑢𝑙𝑎𝑡𝑒𝑑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0,45</m:t>
                      </m:r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𝑐𝑎𝑙𝑐𝑢𝑙𝑎𝑡𝑒𝑑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0,40</m:t>
                      </m:r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  <a:p>
                <a:r>
                  <a:rPr lang="en-GB" sz="1800" dirty="0">
                    <a:solidFill>
                      <a:schemeClr val="accent6"/>
                    </a:solidFill>
                  </a:rPr>
                  <a:t>Green curve </a:t>
                </a:r>
                <a:r>
                  <a:rPr lang="en-GB" sz="18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2,6</m:t>
                    </m:r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𝑓𝐶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𝑠𝑖𝑚𝑢𝑙𝑎𝑡𝑒𝑑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0,31</m:t>
                      </m:r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𝑐𝑎𝑙𝑐𝑢𝑙𝑎𝑡𝑒𝑑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0,26</m:t>
                      </m:r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  <a:p>
                <a:r>
                  <a:rPr lang="en-GB" sz="1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Light blue curve </a:t>
                </a:r>
                <a:r>
                  <a:rPr lang="en-GB" sz="18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3,4</m:t>
                    </m:r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𝑓𝐶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𝑠𝑖𝑚𝑢𝑙𝑎𝑡𝑒𝑑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0,21</m:t>
                      </m:r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𝑐𝑎𝑙𝑐𝑢𝑙𝑎𝑡𝑒𝑑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0,18</m:t>
                      </m:r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  <a:p>
                <a:r>
                  <a:rPr lang="en-GB" sz="1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Blue curve </a:t>
                </a:r>
                <a:r>
                  <a:rPr lang="en-GB" sz="18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4,2</m:t>
                    </m:r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𝑓𝐶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𝑠𝑖𝑚𝑢𝑙𝑎𝑡𝑒𝑑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0,15</m:t>
                      </m:r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𝑐𝑎𝑙𝑐𝑢𝑙𝑎𝑡𝑒𝑑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  <a:p>
                <a:r>
                  <a:rPr lang="en-GB" sz="1800" dirty="0">
                    <a:solidFill>
                      <a:schemeClr val="accent5">
                        <a:lumMod val="75000"/>
                      </a:schemeClr>
                    </a:solidFill>
                  </a:rPr>
                  <a:t>Purple curve </a:t>
                </a:r>
                <a:r>
                  <a:rPr lang="en-GB" sz="18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it-IT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𝑓𝐶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𝑠𝑖𝑚𝑢𝑙𝑎𝑡𝑒𝑑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0,10</m:t>
                      </m:r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𝑐𝑎𝑙𝑐𝑢𝑙𝑎𝑡𝑒𝑑</m:t>
                          </m:r>
                        </m:sub>
                      </m:sSub>
                      <m:r>
                        <a:rPr lang="it-IT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0,08</m:t>
                      </m:r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GB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Segnaposto contenuto 2">
                <a:extLst>
                  <a:ext uri="{FF2B5EF4-FFF2-40B4-BE49-F238E27FC236}">
                    <a16:creationId xmlns:a16="http://schemas.microsoft.com/office/drawing/2014/main" id="{078DC888-379D-C301-4233-A38B4DDBD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461" y="252484"/>
                <a:ext cx="4917442" cy="6353033"/>
              </a:xfrm>
              <a:prstGeom prst="rect">
                <a:avLst/>
              </a:prstGeom>
              <a:blipFill>
                <a:blip r:embed="rId3"/>
                <a:stretch>
                  <a:fillRect l="-991" t="-4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E7747BF0-DA5A-F11A-4FE4-105484E42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9"/>
          <a:stretch>
            <a:fillRect/>
          </a:stretch>
        </p:blipFill>
        <p:spPr>
          <a:xfrm>
            <a:off x="282097" y="2208775"/>
            <a:ext cx="6347460" cy="4396741"/>
          </a:xfrm>
          <a:prstGeom prst="roundRect">
            <a:avLst>
              <a:gd name="adj" fmla="val 4273"/>
            </a:avLst>
          </a:prstGeom>
        </p:spPr>
      </p:pic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4BD6467C-628E-9C31-2360-EFFE442B0B2D}"/>
              </a:ext>
            </a:extLst>
          </p:cNvPr>
          <p:cNvSpPr txBox="1">
            <a:spLocks/>
          </p:cNvSpPr>
          <p:nvPr/>
        </p:nvSpPr>
        <p:spPr>
          <a:xfrm>
            <a:off x="282098" y="252484"/>
            <a:ext cx="6347460" cy="17532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eaLnBrk="1" fontAlgn="auto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24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  <a:lvl2pPr marL="685800" marR="0" lvl="1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2pPr>
            <a:lvl3pPr marL="1143000" marR="0" lvl="2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3pPr>
            <a:lvl4pPr marL="1600200" marR="0" lvl="3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4pPr>
            <a:lvl5pPr marL="2057400" marR="0" lvl="4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After the first analysis we applied different value of charge at the p-cap to see the variation of magnification value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The charge value applied goes from 1fC to 5fC with a step size of 0,8fC (resulting in 6 steps)</a:t>
            </a:r>
          </a:p>
        </p:txBody>
      </p:sp>
    </p:spTree>
    <p:extLst>
      <p:ext uri="{BB962C8B-B14F-4D97-AF65-F5344CB8AC3E}">
        <p14:creationId xmlns:p14="http://schemas.microsoft.com/office/powerpoint/2010/main" val="86271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C949-402E-D0BF-3064-2B9FF116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65435817-3C9E-3E5D-4C45-B6834C3196CF}"/>
              </a:ext>
            </a:extLst>
          </p:cNvPr>
          <p:cNvSpPr txBox="1">
            <a:spLocks/>
          </p:cNvSpPr>
          <p:nvPr/>
        </p:nvSpPr>
        <p:spPr>
          <a:xfrm>
            <a:off x="282098" y="452427"/>
            <a:ext cx="5420612" cy="20941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eaLnBrk="1" fontAlgn="auto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24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  <a:lvl2pPr marL="685800" marR="0" lvl="1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2pPr>
            <a:lvl3pPr marL="1143000" marR="0" lvl="2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3pPr>
            <a:lvl4pPr marL="1600200" marR="0" lvl="3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4pPr>
            <a:lvl5pPr marL="2057400" marR="0" lvl="4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The magnification factor (equal to the weight of the cell) function to the charge into the p-cap is the following.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With a charge swing from 1fC to 10fC we can program the magnification factor from 0,65 to almost zero.</a:t>
            </a:r>
          </a:p>
        </p:txBody>
      </p:sp>
      <p:pic>
        <p:nvPicPr>
          <p:cNvPr id="5" name="Immagine 4" descr="Immagine che contiene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E4693D8-C29C-286A-608B-9B5EFF36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8" y="2770752"/>
            <a:ext cx="5501162" cy="3795476"/>
          </a:xfrm>
          <a:prstGeom prst="roundRect">
            <a:avLst>
              <a:gd name="adj" fmla="val 3166"/>
            </a:avLst>
          </a:prstGeom>
        </p:spPr>
      </p:pic>
      <p:pic>
        <p:nvPicPr>
          <p:cNvPr id="7" name="Immagine 6" descr="Immagine che contiene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29EB684-00E2-50AF-0C20-F8BC3E549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105" y="2770752"/>
            <a:ext cx="5501162" cy="3795476"/>
          </a:xfrm>
          <a:prstGeom prst="roundRect">
            <a:avLst>
              <a:gd name="adj" fmla="val 4492"/>
            </a:avLst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4735933B-2BEF-7E49-A872-E7A76D7118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19105" y="452427"/>
                <a:ext cx="5420612" cy="2094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>
                <a:lvl1pPr marL="228600" marR="0" lvl="0" indent="-228600" algn="l" defTabSz="914400" rtl="0" eaLnBrk="1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24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1pPr>
                <a:lvl2pPr marL="685800" marR="0" lvl="1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Comparing the result with the theoretical function calculated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t-IT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−15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1,866</m:t>
                              </m:r>
                              <m:r>
                                <a:rPr lang="it-IT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−15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GB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the result follows the model pretty well.</a:t>
                </a:r>
              </a:p>
            </p:txBody>
          </p:sp>
        </mc:Choice>
        <mc:Fallback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4735933B-2BEF-7E49-A872-E7A76D711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105" y="452427"/>
                <a:ext cx="5420612" cy="2094128"/>
              </a:xfrm>
              <a:prstGeom prst="rect">
                <a:avLst/>
              </a:prstGeom>
              <a:blipFill>
                <a:blip r:embed="rId5"/>
                <a:stretch>
                  <a:fillRect l="-1012" t="-11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83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24F7-FF1A-39A8-002F-74B265C6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immagine 24" descr="Primo piano di una rete">
            <a:extLst>
              <a:ext uri="{FF2B5EF4-FFF2-40B4-BE49-F238E27FC236}">
                <a16:creationId xmlns:a16="http://schemas.microsoft.com/office/drawing/2014/main" id="{F86A9258-E616-A0DE-7611-20EF29CAA75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5926134" y="0"/>
            <a:ext cx="6265866" cy="6858000"/>
          </a:xfr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41450CFE-75D8-2942-F030-BB2F95E5C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971" y="196898"/>
            <a:ext cx="4899629" cy="766664"/>
          </a:xfrm>
        </p:spPr>
        <p:txBody>
          <a:bodyPr>
            <a:normAutofit/>
          </a:bodyPr>
          <a:lstStyle/>
          <a:p>
            <a:pPr lvl="0" algn="r"/>
            <a:r>
              <a:rPr lang="en-GB" sz="4000" noProof="0" dirty="0"/>
              <a:t>Spectrum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21E09B2E-B63A-11C6-EE24-C4E18BAECD3E}"/>
                  </a:ext>
                </a:extLst>
              </p:cNvPr>
              <p:cNvSpPr txBox="1"/>
              <p:nvPr/>
            </p:nvSpPr>
            <p:spPr>
              <a:xfrm>
                <a:off x="583158" y="1278194"/>
                <a:ext cx="4917442" cy="50590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marL="0" marR="0" lvl="0" indent="0" algn="r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With the spectrum analysis, we apply a pure sine-wave as input and see the spectrum of the mirrored current signal.</a:t>
                </a:r>
              </a:p>
              <a:p>
                <a:pPr marL="0" marR="0" lvl="0" indent="0" algn="r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With the spectrum analysis, the simulator can calculate these FOMs</a:t>
                </a:r>
              </a:p>
              <a:p>
                <a:pPr marL="285750" marR="0" lvl="0" indent="-28575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=10∙</m:t>
                    </m:r>
                    <m:r>
                      <m:rPr>
                        <m:sty m:val="p"/>
                      </m:rPr>
                      <a:rPr lang="it-IT" sz="1800" b="0" i="0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it-IT" sz="1800" b="0" i="1" u="none" strike="noStrike" kern="1200" cap="none" spc="0" baseline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800" b="0" i="1" u="none" strike="noStrike" kern="1200" cap="none" spc="0" baseline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t-IT" sz="1800" b="0" i="1" u="none" strike="noStrike" kern="1200" cap="none" spc="0" baseline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𝑠𝑖𝑔𝑛𝑎𝑙</m:t>
                            </m:r>
                          </m:sub>
                          <m:sup>
                            <m:r>
                              <a:rPr lang="it-IT" sz="1800" b="0" i="1" u="none" strike="noStrike" kern="1200" cap="none" spc="0" baseline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it-IT" sz="1800" b="0" i="1" u="none" strike="noStrike" kern="1200" cap="none" spc="0" baseline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800" b="0" i="1" u="none" strike="noStrike" kern="1200" cap="none" spc="0" baseline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t-IT" sz="1800" b="0" i="1" u="none" strike="noStrike" kern="1200" cap="none" spc="0" baseline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𝑛𝑜𝑖𝑠𝑒</m:t>
                            </m:r>
                          </m:sub>
                          <m:sup>
                            <m:r>
                              <a:rPr lang="it-IT" sz="1800" b="0" i="1" u="none" strike="noStrike" kern="1200" cap="none" spc="0" baseline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  <a:p>
                <a:pPr marL="28575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𝑇𝐻𝐷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10∙</m:t>
                    </m:r>
                    <m:r>
                      <m:rPr>
                        <m:sty m:val="p"/>
                      </m:rPr>
                      <a:rPr lang="it-IT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𝑠𝑖𝑔𝑛𝑎𝑙</m:t>
                            </m:r>
                          </m:sub>
                          <m:sup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𝑑𝑖𝑠𝑡𝑜𝑟𝑠𝑖𝑜𝑛</m:t>
                            </m:r>
                          </m:sub>
                          <m:sup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chemeClr val="bg1"/>
                  </a:solidFill>
                  <a:latin typeface="Gill Sans MT" panose="020B0502020104020203" pitchFamily="34" charset="0"/>
                </a:endParaRPr>
              </a:p>
              <a:p>
                <a:pPr marL="28575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=10∙</m:t>
                    </m:r>
                    <m:r>
                      <m:rPr>
                        <m:sty m:val="p"/>
                      </m:rPr>
                      <a:rPr lang="it-IT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𝑠𝑖𝑔𝑛𝑎𝑙</m:t>
                            </m:r>
                          </m:sub>
                          <m:sup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𝑛𝑜𝑖𝑠𝑒</m:t>
                            </m:r>
                          </m:sub>
                          <m:sup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it-I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𝑑𝑖𝑠𝑡𝑜𝑟𝑠𝑖𝑜𝑛</m:t>
                            </m:r>
                          </m:sub>
                          <m:sup>
                            <m:r>
                              <a:rPr lang="it-I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chemeClr val="bg1"/>
                  </a:solidFill>
                  <a:latin typeface="Gill Sans MT" panose="020B0502020104020203" pitchFamily="34" charset="0"/>
                </a:endParaRPr>
              </a:p>
              <a:p>
                <a:pPr marL="28575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𝑆𝐼𝑁𝐴𝐷</m:t>
                        </m:r>
                        <m: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−1,76</m:t>
                        </m:r>
                      </m:num>
                      <m:den>
                        <m:r>
                          <a:rPr lang="it-I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6,02</m:t>
                        </m:r>
                      </m:den>
                    </m:f>
                  </m:oMath>
                </a14:m>
                <a:endParaRPr lang="en-GB" dirty="0">
                  <a:solidFill>
                    <a:schemeClr val="bg1"/>
                  </a:solidFill>
                  <a:latin typeface="Gill Sans MT" panose="020B0502020104020203" pitchFamily="34" charset="0"/>
                </a:endParaRPr>
              </a:p>
              <a:p>
                <a:pPr marL="28575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dirty="0">
                  <a:solidFill>
                    <a:schemeClr val="bg1"/>
                  </a:solidFill>
                  <a:latin typeface="Gill Sans MT" panose="020B0502020104020203" pitchFamily="34" charset="0"/>
                </a:endParaRPr>
              </a:p>
              <a:p>
                <a:pPr marL="285750" marR="0" lvl="0" indent="-285750" algn="r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 xmlns="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21E09B2E-B63A-11C6-EE24-C4E18BAEC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58" y="1278194"/>
                <a:ext cx="4917442" cy="5059099"/>
              </a:xfrm>
              <a:prstGeom prst="rect">
                <a:avLst/>
              </a:prstGeom>
              <a:blipFill>
                <a:blip r:embed="rId4"/>
                <a:stretch>
                  <a:fillRect l="-868" t="-602" r="-2357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 descr="Immagine che contiene testo, diagramma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2042C9EE-8583-CA5E-4D4B-339A4D4483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290" y="1168807"/>
            <a:ext cx="4605552" cy="4520385"/>
          </a:xfrm>
          <a:prstGeom prst="roundRect">
            <a:avLst>
              <a:gd name="adj" fmla="val 12317"/>
            </a:avLst>
          </a:prstGeom>
        </p:spPr>
      </p:pic>
    </p:spTree>
    <p:extLst>
      <p:ext uri="{BB962C8B-B14F-4D97-AF65-F5344CB8AC3E}">
        <p14:creationId xmlns:p14="http://schemas.microsoft.com/office/powerpoint/2010/main" val="3921956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6588-4550-FA45-D11F-16833D65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schermata, testo, tenda&#10;&#10;Il contenuto generato dall'IA potrebbe non essere corretto.">
            <a:extLst>
              <a:ext uri="{FF2B5EF4-FFF2-40B4-BE49-F238E27FC236}">
                <a16:creationId xmlns:a16="http://schemas.microsoft.com/office/drawing/2014/main" id="{AAEE7D8E-D874-680C-1893-7095EAD75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" t="616"/>
          <a:stretch>
            <a:fillRect/>
          </a:stretch>
        </p:blipFill>
        <p:spPr>
          <a:xfrm>
            <a:off x="285135" y="1233087"/>
            <a:ext cx="6066504" cy="4126102"/>
          </a:xfrm>
          <a:prstGeom prst="roundRect">
            <a:avLst>
              <a:gd name="adj" fmla="val 3952"/>
            </a:avLst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C82C1C21-6D8C-51B1-48A3-78103D669F99}"/>
                  </a:ext>
                </a:extLst>
              </p:cNvPr>
              <p:cNvSpPr txBox="1"/>
              <p:nvPr/>
            </p:nvSpPr>
            <p:spPr>
              <a:xfrm>
                <a:off x="6489290" y="1233087"/>
                <a:ext cx="5417575" cy="4108376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 fontScale="92500" lnSpcReduction="10000"/>
              </a:bodyPr>
              <a:lstStyle/>
              <a:p>
                <a:pPr marR="0" lvl="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This is the spectrum of the mirrored output wave considering the transient noise of the components.</a:t>
                </a:r>
              </a:p>
              <a:p>
                <a:pPr marR="0" lvl="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As we can see, there are two main frequency components that are higher that the others</a:t>
                </a:r>
              </a:p>
              <a:p>
                <a:pPr marL="285750" marR="0" lvl="0" indent="-28575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The component at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𝑓</m:t>
                    </m:r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=0</m:t>
                    </m:r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that is present</a:t>
                </a:r>
                <a:r>
                  <a:rPr lang="en-GB" sz="1800" b="0" i="0" u="none" strike="noStrike" kern="1200" cap="none" spc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because the sine-wave is not a zero-mean signal</a:t>
                </a:r>
              </a:p>
              <a:p>
                <a:pPr marL="285750" marR="0" lvl="0" indent="-28575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baseline="0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The component at </a:t>
                </a:r>
                <a14:m>
                  <m:oMath xmlns:m="http://schemas.openxmlformats.org/officeDocument/2006/math">
                    <m:r>
                      <a:rPr lang="it-IT" b="0" i="1" baseline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it-IT" b="0" i="1" baseline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it-IT" b="0" i="1" baseline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𝑘𝐻𝑧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that is the</a:t>
                </a:r>
                <a:r>
                  <a:rPr lang="en-GB" sz="1800" b="0" i="0" u="none" strike="noStrike" kern="1200" cap="none" spc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fundamental harmonic of the output signal</a:t>
                </a:r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The spectrum analysis has been done with n-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mos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dimensions of 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Wn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/Ln = 1um/0,8um and p-cap dimension of </a:t>
                </a:r>
                <a:r>
                  <a:rPr lang="en-GB" dirty="0" err="1">
                    <a:solidFill>
                      <a:schemeClr val="bg1"/>
                    </a:solidFill>
                  </a:rPr>
                  <a:t>Wpcap</a:t>
                </a:r>
                <a:r>
                  <a:rPr lang="en-GB" dirty="0">
                    <a:solidFill>
                      <a:schemeClr val="bg1"/>
                    </a:solidFill>
                  </a:rPr>
                  <a:t>*</a:t>
                </a:r>
                <a:r>
                  <a:rPr lang="en-GB" dirty="0" err="1">
                    <a:solidFill>
                      <a:schemeClr val="bg1"/>
                    </a:solidFill>
                  </a:rPr>
                  <a:t>Lpcap</a:t>
                </a:r>
                <a:r>
                  <a:rPr lang="en-GB" dirty="0">
                    <a:solidFill>
                      <a:schemeClr val="bg1"/>
                    </a:solidFill>
                  </a:rPr>
                  <a:t> = 5um*5um</a:t>
                </a:r>
              </a:p>
              <a:p>
                <a:pPr marR="0" lvl="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  <a:p>
                <a:pPr marR="0" lvl="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C82C1C21-6D8C-51B1-48A3-78103D669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290" y="1233087"/>
                <a:ext cx="5417575" cy="4108376"/>
              </a:xfrm>
              <a:prstGeom prst="rect">
                <a:avLst/>
              </a:prstGeom>
              <a:blipFill>
                <a:blip r:embed="rId4"/>
                <a:stretch>
                  <a:fillRect l="-788" t="-445" r="-1126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74C0B511-C9B3-E60A-1F68-304C9B691A16}"/>
                  </a:ext>
                </a:extLst>
              </p:cNvPr>
              <p:cNvSpPr txBox="1"/>
              <p:nvPr/>
            </p:nvSpPr>
            <p:spPr>
              <a:xfrm>
                <a:off x="403123" y="5557677"/>
                <a:ext cx="11503742" cy="1032388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marR="0" lvl="0" defTabSz="914400" rtl="0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In this case the p-cap is charged, so the current mirror have a magnification factor (value of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) different</a:t>
                </a:r>
                <a:r>
                  <a:rPr lang="en-GB" sz="1800" b="0" i="0" u="none" strike="noStrike" kern="1200" cap="none" spc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from 1.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The calculated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</m:oMath>
                </a14:m>
                <a:r>
                  <a:rPr lang="en-GB" sz="1800" b="0" i="0" u="none" strike="noStrike" kern="1200" cap="none" spc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refers to a signal that have a magnification factor equal to 1, so the value needs to be corrected by adding the value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it-IT" sz="1800" b="0" i="1" u="none" strike="noStrike" kern="1200" cap="none" spc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it-IT" sz="1800" b="0" i="1" u="none" strike="noStrike" kern="1200" cap="none" spc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1800" b="0" i="0" u="none" strike="noStrike" kern="1200" cap="none" spc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it-IT" sz="1800" b="0" i="1" u="none" strike="noStrike" kern="1200" cap="none" spc="0" noProof="0" smtClean="0">
                                <a:solidFill>
                                  <a:schemeClr val="bg1"/>
                                </a:solidFill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it-IT" sz="1800" b="0" i="1" u="none" strike="noStrike" kern="1200" cap="none" spc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func>
                  </m:oMath>
                </a14:m>
                <a:endParaRPr lang="en-GB" sz="1800" b="0" i="0" u="none" strike="noStrike" kern="1200" cap="none" spc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74C0B511-C9B3-E60A-1F68-304C9B691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23" y="5557677"/>
                <a:ext cx="11503742" cy="1032388"/>
              </a:xfrm>
              <a:prstGeom prst="rect">
                <a:avLst/>
              </a:prstGeom>
              <a:blipFill>
                <a:blip r:embed="rId5"/>
                <a:stretch>
                  <a:fillRect l="-424" t="-2959" b="-4142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olo 1">
            <a:extLst>
              <a:ext uri="{FF2B5EF4-FFF2-40B4-BE49-F238E27FC236}">
                <a16:creationId xmlns:a16="http://schemas.microsoft.com/office/drawing/2014/main" id="{74299E94-CB50-B6CD-ADE7-0EC12B09EF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23" y="267935"/>
            <a:ext cx="4899629" cy="766664"/>
          </a:xfrm>
        </p:spPr>
        <p:txBody>
          <a:bodyPr>
            <a:normAutofit/>
          </a:bodyPr>
          <a:lstStyle/>
          <a:p>
            <a:pPr lvl="0"/>
            <a:r>
              <a:rPr lang="en-GB" sz="4000" noProof="0" dirty="0"/>
              <a:t>Spectrum analysis</a:t>
            </a:r>
          </a:p>
        </p:txBody>
      </p:sp>
    </p:spTree>
    <p:extLst>
      <p:ext uri="{BB962C8B-B14F-4D97-AF65-F5344CB8AC3E}">
        <p14:creationId xmlns:p14="http://schemas.microsoft.com/office/powerpoint/2010/main" val="4251915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CF14-D72D-C8E4-B755-26FE60A5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62192C2B-27C7-BC6A-D0B4-8913946E9E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08635"/>
            <a:ext cx="11090272" cy="1331997"/>
          </a:xfrm>
        </p:spPr>
        <p:txBody>
          <a:bodyPr/>
          <a:lstStyle/>
          <a:p>
            <a:pPr lvl="0"/>
            <a:r>
              <a:rPr lang="en-US" dirty="0"/>
              <a:t>Dependence of ENOB on maximum input current amplitude</a:t>
            </a: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4621AD17-D6C6-B7DE-537B-AE754A5C4CE3}"/>
                  </a:ext>
                </a:extLst>
              </p:cNvPr>
              <p:cNvSpPr txBox="1"/>
              <p:nvPr/>
            </p:nvSpPr>
            <p:spPr>
              <a:xfrm>
                <a:off x="472203" y="1979284"/>
                <a:ext cx="5545132" cy="464738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 fontScale="92500"/>
              </a:bodyPr>
              <a:lstStyle/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The amplitude of the noise frequency components (thermal noise) is independent of the amplitude of the input current waveform.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This means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  <m:t>𝑠𝑖𝑔𝑛𝑎𝑙</m:t>
                        </m:r>
                      </m:sub>
                      <m:sup>
                        <m: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decrease.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𝑑𝑖𝑠𝑡𝑜𝑟𝑠𝑖𝑜𝑛</m:t>
                        </m:r>
                      </m:sub>
                      <m:sup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also decrease, </a:t>
                </a:r>
                <a:r>
                  <a:rPr lang="en-GB" kern="0" noProof="0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while</a:t>
                </a: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  <m:t>𝑛𝑜𝑖𝑠𝑒</m:t>
                        </m:r>
                      </m:sub>
                      <m:sup>
                        <m:r>
                          <a:rPr lang="it-IT" sz="1800" b="0" i="1" u="none" strike="noStrike" kern="1200" cap="none" spc="0" baseline="0" noProof="0" smtClean="0">
                            <a:solidFill>
                              <a:schemeClr val="bg1"/>
                            </a:solidFill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remains the same.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As a result,</a:t>
                </a:r>
                <a:r>
                  <a:rPr lang="en-GB" sz="1800" b="0" i="0" u="none" strike="noStrike" kern="1200" cap="none" spc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the</a:t>
                </a: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𝑆𝑁𝑅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in</a:t>
                </a: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crease 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𝑇𝐻𝐷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de</a:t>
                </a: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creases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, </a:t>
                </a:r>
                <a:r>
                  <a:rPr lang="en-GB" sz="1800" b="0" i="0" u="none" strike="noStrike" kern="1200" cap="none" spc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this means that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𝑆𝐼𝑁𝐴𝐷</m:t>
                    </m:r>
                  </m:oMath>
                </a14:m>
                <a:r>
                  <a:rPr lang="en-GB" sz="1800" b="0" i="0" u="none" strike="noStrike" kern="1200" cap="none" spc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ad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noProof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𝐸𝑁𝑂𝐵</m:t>
                    </m:r>
                  </m:oMath>
                </a14:m>
                <a:r>
                  <a:rPr lang="en-GB" sz="1800" b="0" i="0" u="none" strike="noStrike" kern="1200" cap="none" spc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increases with the input current amplitude. </a:t>
                </a: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We have simulated these values for three different values of 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in</a:t>
                </a: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put current amplitude to make a comparison. 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The simulation has been done with 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Vds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= 1V, without charging the p-cap, with n-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mos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dimensions of 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Wn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/Ln = 1um/0,8um and p-cap dimension of </a:t>
                </a:r>
                <a:r>
                  <a:rPr lang="en-GB" dirty="0" err="1">
                    <a:solidFill>
                      <a:schemeClr val="bg1"/>
                    </a:solidFill>
                  </a:rPr>
                  <a:t>Wpcap</a:t>
                </a:r>
                <a:r>
                  <a:rPr lang="en-GB" dirty="0">
                    <a:solidFill>
                      <a:schemeClr val="bg1"/>
                    </a:solidFill>
                  </a:rPr>
                  <a:t>*</a:t>
                </a:r>
                <a:r>
                  <a:rPr lang="en-GB" dirty="0" err="1">
                    <a:solidFill>
                      <a:schemeClr val="bg1"/>
                    </a:solidFill>
                  </a:rPr>
                  <a:t>Lpcap</a:t>
                </a:r>
                <a:r>
                  <a:rPr lang="en-GB" dirty="0">
                    <a:solidFill>
                      <a:schemeClr val="bg1"/>
                    </a:solidFill>
                  </a:rPr>
                  <a:t> = 5um*5um.</a:t>
                </a:r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4621AD17-D6C6-B7DE-537B-AE754A5C4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03" y="1979284"/>
                <a:ext cx="5545132" cy="4647385"/>
              </a:xfrm>
              <a:prstGeom prst="rect">
                <a:avLst/>
              </a:prstGeom>
              <a:blipFill>
                <a:blip r:embed="rId3"/>
                <a:stretch>
                  <a:fillRect l="-659" t="-394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CEC8CBF-CB65-04D8-740C-42136721AFDA}"/>
                  </a:ext>
                </a:extLst>
              </p:cNvPr>
              <p:cNvSpPr txBox="1"/>
              <p:nvPr/>
            </p:nvSpPr>
            <p:spPr>
              <a:xfrm>
                <a:off x="6986964" y="1840632"/>
                <a:ext cx="4917442" cy="4786037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marL="285750" lvl="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rgbClr val="00B050"/>
                    </a:solidFill>
                    <a:uFillTx/>
                    <a:latin typeface="Gill Sans MT" panose="020B0502020104020203" pitchFamily="34" charset="0"/>
                  </a:rPr>
                  <a:t>Maximum input current amplitude of 28nA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≅5,49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≅3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99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𝑇𝐻𝐷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≅−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38,74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  <a:p>
                <a:pPr marL="285750" lvl="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rgbClr val="FFFF00"/>
                    </a:solidFill>
                    <a:latin typeface="Gill Sans MT" panose="020B0502020104020203" pitchFamily="34" charset="0"/>
                  </a:rPr>
                  <a:t>Maximum input </a:t>
                </a:r>
                <a:r>
                  <a:rPr lang="en-GB" sz="1800" b="0" i="0" u="none" strike="noStrike" kern="1200" cap="none" spc="0" baseline="0" noProof="0" dirty="0">
                    <a:solidFill>
                      <a:srgbClr val="FFFF00"/>
                    </a:solidFill>
                    <a:uFillTx/>
                    <a:latin typeface="Gill Sans MT" panose="020B0502020104020203" pitchFamily="34" charset="0"/>
                  </a:rPr>
                  <a:t>current amplitude of </a:t>
                </a:r>
                <a:r>
                  <a:rPr lang="en-GB" dirty="0">
                    <a:solidFill>
                      <a:srgbClr val="FFFF00"/>
                    </a:solidFill>
                    <a:latin typeface="Gill Sans MT" panose="020B0502020104020203" pitchFamily="34" charset="0"/>
                  </a:rPr>
                  <a:t>10</a:t>
                </a:r>
                <a:r>
                  <a:rPr lang="en-GB" sz="1800" b="0" i="0" u="none" strike="noStrike" kern="1200" cap="none" spc="0" baseline="0" noProof="0" dirty="0" err="1">
                    <a:solidFill>
                      <a:srgbClr val="FFFF00"/>
                    </a:solidFill>
                    <a:uFillTx/>
                    <a:latin typeface="Gill Sans MT" panose="020B0502020104020203" pitchFamily="34" charset="0"/>
                  </a:rPr>
                  <a:t>nA</a:t>
                </a:r>
                <a:endParaRPr lang="en-GB" sz="1800" b="0" i="0" u="none" strike="noStrike" kern="1200" cap="none" spc="0" baseline="0" noProof="0" dirty="0">
                  <a:solidFill>
                    <a:srgbClr val="FFFF00"/>
                  </a:solidFill>
                  <a:uFillTx/>
                  <a:latin typeface="Gill Sans MT" panose="020B0502020104020203" pitchFamily="34" charset="0"/>
                </a:endParaRP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5,06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63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𝑇𝐻𝐷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≅−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39,27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  <a:p>
                <a:pPr marL="285750" lvl="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rgbClr val="FF0000"/>
                    </a:solidFill>
                    <a:latin typeface="Gill Sans MT" panose="020B0502020104020203" pitchFamily="34" charset="0"/>
                  </a:rPr>
                  <a:t>Maximum input current amplitude of 2nA  </a:t>
                </a:r>
                <a:r>
                  <a:rPr lang="en-GB" sz="1800" b="0" i="0" u="none" strike="noStrike" kern="1200" cap="none" spc="0" baseline="0" noProof="0" dirty="0">
                    <a:solidFill>
                      <a:srgbClr val="FF0000"/>
                    </a:solidFill>
                    <a:uFillTx/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4,39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≅2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𝑇𝐻𝐷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≅−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39,90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endParaRPr lang="en-GB" dirty="0">
                  <a:solidFill>
                    <a:schemeClr val="bg1"/>
                  </a:solidFill>
                  <a:latin typeface="Gill Sans MT" panose="020B0502020104020203" pitchFamily="34" charset="0"/>
                </a:endParaRP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CEC8CBF-CB65-04D8-740C-42136721A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964" y="1840632"/>
                <a:ext cx="4917442" cy="4786037"/>
              </a:xfrm>
              <a:prstGeom prst="rect">
                <a:avLst/>
              </a:prstGeom>
              <a:blipFill>
                <a:blip r:embed="rId4"/>
                <a:stretch>
                  <a:fillRect l="-743" t="-637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617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816AC-BCB0-3C6E-BB6A-40AEA2A3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D74CC1EF-9708-1906-09FF-DE22934E87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08635"/>
            <a:ext cx="11090272" cy="1331997"/>
          </a:xfrm>
        </p:spPr>
        <p:txBody>
          <a:bodyPr/>
          <a:lstStyle/>
          <a:p>
            <a:pPr lvl="0"/>
            <a:r>
              <a:rPr lang="en-US" dirty="0"/>
              <a:t>Dependence of ENOB on maximum input current amplitude</a:t>
            </a: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878538A9-7E11-224F-7242-FA9F7972F032}"/>
                  </a:ext>
                </a:extLst>
              </p:cNvPr>
              <p:cNvSpPr txBox="1"/>
              <p:nvPr/>
            </p:nvSpPr>
            <p:spPr>
              <a:xfrm>
                <a:off x="6986964" y="1840632"/>
                <a:ext cx="4917442" cy="4786037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marL="285750" lvl="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rgbClr val="00B050"/>
                    </a:solidFill>
                    <a:uFillTx/>
                    <a:latin typeface="Gill Sans MT" panose="020B0502020104020203" pitchFamily="34" charset="0"/>
                  </a:rPr>
                  <a:t>Maximum input current amplitude of 28nA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≅5,49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≅3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99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</a:rPr>
                      <m:t>𝑇𝐻𝐷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≅−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38,74</m:t>
                    </m:r>
                    <m:r>
                      <a:rPr lang="it-IT" sz="1800" b="0" i="1" u="none" strike="noStrike" kern="1200" cap="none" spc="0" baseline="0" noProof="0" dirty="0" smtClean="0">
                        <a:solidFill>
                          <a:schemeClr val="bg1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  <a:p>
                <a:pPr marL="285750" lvl="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rgbClr val="FFFF00"/>
                    </a:solidFill>
                    <a:latin typeface="Gill Sans MT" panose="020B0502020104020203" pitchFamily="34" charset="0"/>
                  </a:rPr>
                  <a:t>Maximum input </a:t>
                </a:r>
                <a:r>
                  <a:rPr lang="en-GB" sz="1800" b="0" i="0" u="none" strike="noStrike" kern="1200" cap="none" spc="0" baseline="0" noProof="0" dirty="0">
                    <a:solidFill>
                      <a:srgbClr val="FFFF00"/>
                    </a:solidFill>
                    <a:uFillTx/>
                    <a:latin typeface="Gill Sans MT" panose="020B0502020104020203" pitchFamily="34" charset="0"/>
                  </a:rPr>
                  <a:t>current amplitude of </a:t>
                </a:r>
                <a:r>
                  <a:rPr lang="en-GB" dirty="0">
                    <a:solidFill>
                      <a:srgbClr val="FFFF00"/>
                    </a:solidFill>
                    <a:latin typeface="Gill Sans MT" panose="020B0502020104020203" pitchFamily="34" charset="0"/>
                  </a:rPr>
                  <a:t>10</a:t>
                </a:r>
                <a:r>
                  <a:rPr lang="en-GB" sz="1800" b="0" i="0" u="none" strike="noStrike" kern="1200" cap="none" spc="0" baseline="0" noProof="0" dirty="0" err="1">
                    <a:solidFill>
                      <a:srgbClr val="FFFF00"/>
                    </a:solidFill>
                    <a:uFillTx/>
                    <a:latin typeface="Gill Sans MT" panose="020B0502020104020203" pitchFamily="34" charset="0"/>
                  </a:rPr>
                  <a:t>nA</a:t>
                </a:r>
                <a:endParaRPr lang="en-GB" sz="1800" b="0" i="0" u="none" strike="noStrike" kern="1200" cap="none" spc="0" baseline="0" noProof="0" dirty="0">
                  <a:solidFill>
                    <a:srgbClr val="FFFF00"/>
                  </a:solidFill>
                  <a:uFillTx/>
                  <a:latin typeface="Gill Sans MT" panose="020B0502020104020203" pitchFamily="34" charset="0"/>
                </a:endParaRP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5,06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63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𝑇𝐻𝐷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≅−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39,27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  <a:p>
                <a:pPr marL="285750" lvl="0" indent="-28575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rgbClr val="FF0000"/>
                    </a:solidFill>
                    <a:latin typeface="Gill Sans MT" panose="020B0502020104020203" pitchFamily="34" charset="0"/>
                  </a:rPr>
                  <a:t>Maximum input current amplitude of 2nA  </a:t>
                </a:r>
                <a:r>
                  <a:rPr lang="en-GB" sz="1800" b="0" i="0" u="none" strike="noStrike" kern="1200" cap="none" spc="0" baseline="0" noProof="0" dirty="0">
                    <a:solidFill>
                      <a:srgbClr val="FF0000"/>
                    </a:solidFill>
                    <a:uFillTx/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4,39</m:t>
                    </m:r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 xmlns:m="http://schemas.openxmlformats.org/officeDocument/2006/math"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≅2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𝑇𝐻𝐷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≅−</m:t>
                    </m:r>
                    <m:r>
                      <a:rPr lang="it-IT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39,90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</m:oMath>
                </a14:m>
                <a:endParaRPr lang="en-GB" dirty="0">
                  <a:solidFill>
                    <a:schemeClr val="bg1"/>
                  </a:solidFill>
                  <a:latin typeface="Gill Sans MT" panose="020B0502020104020203" pitchFamily="34" charset="0"/>
                </a:endParaRP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878538A9-7E11-224F-7242-FA9F7972F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964" y="1840632"/>
                <a:ext cx="4917442" cy="4786037"/>
              </a:xfrm>
              <a:prstGeom prst="rect">
                <a:avLst/>
              </a:prstGeom>
              <a:blipFill>
                <a:blip r:embed="rId3"/>
                <a:stretch>
                  <a:fillRect l="-743" t="-637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5BD29AC2-6F17-113D-CDE8-A5D47E2A9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1" y="2023850"/>
            <a:ext cx="6210300" cy="4396740"/>
          </a:xfrm>
          <a:prstGeom prst="roundRect">
            <a:avLst>
              <a:gd name="adj" fmla="val 3920"/>
            </a:avLst>
          </a:prstGeom>
        </p:spPr>
      </p:pic>
    </p:spTree>
    <p:extLst>
      <p:ext uri="{BB962C8B-B14F-4D97-AF65-F5344CB8AC3E}">
        <p14:creationId xmlns:p14="http://schemas.microsoft.com/office/powerpoint/2010/main" val="4008545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798AB-D436-75B7-868E-6A3F629E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F888DF8F-F146-D80D-3897-4FB6CBD8B9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08635"/>
            <a:ext cx="11090272" cy="1331997"/>
          </a:xfrm>
        </p:spPr>
        <p:txBody>
          <a:bodyPr/>
          <a:lstStyle/>
          <a:p>
            <a:pPr lvl="0"/>
            <a:r>
              <a:rPr lang="en-US" dirty="0"/>
              <a:t>Dependence of ENOB on maximum input current amplitude</a:t>
            </a: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99B4D464-1C17-C4C8-2B37-621152169199}"/>
                  </a:ext>
                </a:extLst>
              </p:cNvPr>
              <p:cNvSpPr txBox="1"/>
              <p:nvPr/>
            </p:nvSpPr>
            <p:spPr>
              <a:xfrm>
                <a:off x="550859" y="1960078"/>
                <a:ext cx="11090271" cy="1710813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 lnSpcReduction="10000"/>
              </a:bodyPr>
              <a:lstStyle/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As we can see from the graph, the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𝑆𝑁𝑅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increases with the input current amplitude because the noise spectral component amplitudes are independent of the input current amplitude.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Moreover, the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𝑇𝐻𝐷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decreases because a smaller signal introduces fewer nonlinear effects.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In the graph the current value is </a:t>
                </a:r>
                <a:r>
                  <a:rPr lang="en-GB" sz="1800" b="0" i="0" u="none" strike="noStrike" kern="1200" cap="none" spc="0" baseline="0" noProof="0" dirty="0" err="1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Iout</a:t>
                </a:r>
                <a:r>
                  <a:rPr lang="en-GB" sz="1800" b="0" i="0" u="none" strike="noStrike" kern="1200" cap="none" spc="0" baseline="0" noProof="0" dirty="0">
                    <a:solidFill>
                      <a:schemeClr val="bg1"/>
                    </a:solidFill>
                    <a:uFillTx/>
                    <a:latin typeface="Gill Sans MT" panose="020B0502020104020203" pitchFamily="34" charset="0"/>
                  </a:rPr>
                  <a:t>/2 because the magnification factor is 1, so 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Iout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= Iin</a:t>
                </a:r>
                <a:endParaRPr lang="en-GB" sz="1800" b="0" i="0" u="none" strike="noStrike" kern="1200" cap="none" spc="0" baseline="0" noProof="0" dirty="0">
                  <a:solidFill>
                    <a:schemeClr val="bg1"/>
                  </a:solidFill>
                  <a:uFillTx/>
                  <a:latin typeface="Gill Sans MT" panose="020B0502020104020203" pitchFamily="34" charset="0"/>
                </a:endParaRPr>
              </a:p>
            </p:txBody>
          </p:sp>
        </mc:Choice>
        <mc:Fallback xmlns=""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99B4D464-1C17-C4C8-2B37-621152169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59" y="1960078"/>
                <a:ext cx="11090271" cy="1710813"/>
              </a:xfrm>
              <a:prstGeom prst="rect">
                <a:avLst/>
              </a:prstGeom>
              <a:blipFill>
                <a:blip r:embed="rId3"/>
                <a:stretch>
                  <a:fillRect l="-440" t="-2143" b="-2143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 descr="Immagine che contiene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E11306B8-95D7-36E4-F606-154D91932E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0" y="3790338"/>
            <a:ext cx="11090271" cy="2840342"/>
          </a:xfrm>
          <a:prstGeom prst="roundRect">
            <a:avLst>
              <a:gd name="adj" fmla="val 7321"/>
            </a:avLst>
          </a:prstGeom>
        </p:spPr>
      </p:pic>
    </p:spTree>
    <p:extLst>
      <p:ext uri="{BB962C8B-B14F-4D97-AF65-F5344CB8AC3E}">
        <p14:creationId xmlns:p14="http://schemas.microsoft.com/office/powerpoint/2010/main" val="27751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B95B-DBD9-463A-3AC6-BA2603DE0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CBCBD645-D027-3C95-AEEC-F74E027DCC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08635"/>
            <a:ext cx="11090272" cy="1331997"/>
          </a:xfrm>
        </p:spPr>
        <p:txBody>
          <a:bodyPr/>
          <a:lstStyle/>
          <a:p>
            <a:pPr lvl="0"/>
            <a:r>
              <a:rPr lang="en-US" dirty="0"/>
              <a:t>Dependence of ENOB on maximum input current amplitude</a:t>
            </a:r>
            <a:endParaRPr lang="en-GB" noProof="0" dirty="0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8389342F-958B-438C-AFCC-CA0BA6EC3157}"/>
              </a:ext>
            </a:extLst>
          </p:cNvPr>
          <p:cNvSpPr txBox="1"/>
          <p:nvPr/>
        </p:nvSpPr>
        <p:spPr>
          <a:xfrm>
            <a:off x="550859" y="1960079"/>
            <a:ext cx="11090272" cy="77329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chemeClr val="bg1"/>
                </a:solidFill>
                <a:latin typeface="Gill Sans MT" panose="020B0502020104020203" pitchFamily="34" charset="0"/>
              </a:rPr>
              <a:t>To verify that the approximated functions shown in the last slide are correct, we also plotted the same functions in Cadence Virtuoso.</a:t>
            </a:r>
            <a:endParaRPr lang="en-GB" sz="1800" b="0" i="0" u="none" strike="noStrike" kern="1200" cap="none" spc="0" baseline="0" noProof="0" dirty="0">
              <a:solidFill>
                <a:schemeClr val="bg1"/>
              </a:solidFill>
              <a:uFillTx/>
              <a:latin typeface="Gill Sans MT" panose="020B0502020104020203" pitchFamily="34" charset="0"/>
            </a:endParaRPr>
          </a:p>
        </p:txBody>
      </p:sp>
      <p:pic>
        <p:nvPicPr>
          <p:cNvPr id="4" name="Immagine 3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5DF38C13-AD37-D0F0-B856-B7087D64D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13" y="2852814"/>
            <a:ext cx="5545141" cy="3824235"/>
          </a:xfrm>
          <a:prstGeom prst="roundRect">
            <a:avLst>
              <a:gd name="adj" fmla="val 3555"/>
            </a:avLst>
          </a:prstGeom>
        </p:spPr>
      </p:pic>
      <p:pic>
        <p:nvPicPr>
          <p:cNvPr id="7" name="Immagine 6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C5654D49-BA84-B839-EECC-6BD93BFE5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176" y="2852815"/>
            <a:ext cx="5640911" cy="3824235"/>
          </a:xfrm>
          <a:prstGeom prst="roundRect">
            <a:avLst>
              <a:gd name="adj" fmla="val 3555"/>
            </a:avLst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E740890-8CBB-BD08-5404-C8A99802124E}"/>
              </a:ext>
            </a:extLst>
          </p:cNvPr>
          <p:cNvSpPr txBox="1"/>
          <p:nvPr/>
        </p:nvSpPr>
        <p:spPr>
          <a:xfrm>
            <a:off x="10626559" y="5149846"/>
            <a:ext cx="1243528" cy="9264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285750" lvl="0" indent="-28575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800" b="0" i="0" u="none" strike="noStrike" kern="1200" cap="none" spc="0" baseline="0" noProof="0" dirty="0">
                <a:solidFill>
                  <a:srgbClr val="FF0000"/>
                </a:solidFill>
                <a:uFillTx/>
                <a:latin typeface="Gill Sans MT" panose="020B0502020104020203" pitchFamily="34" charset="0"/>
              </a:rPr>
              <a:t>ENOB</a:t>
            </a:r>
            <a:endParaRPr lang="en-GB" sz="1800" b="0" i="0" u="none" strike="noStrike" kern="1200" cap="none" spc="0" baseline="0" noProof="0" dirty="0">
              <a:solidFill>
                <a:srgbClr val="FF0000"/>
              </a:solidFill>
              <a:uFillTx/>
              <a:latin typeface="Gill Sans MT" panose="020B0502020104020203" pitchFamily="34" charset="0"/>
            </a:endParaRP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2277CF62-7115-4E83-2F8F-79D62B593554}"/>
              </a:ext>
            </a:extLst>
          </p:cNvPr>
          <p:cNvSpPr txBox="1"/>
          <p:nvPr/>
        </p:nvSpPr>
        <p:spPr>
          <a:xfrm>
            <a:off x="4336026" y="5149846"/>
            <a:ext cx="1531028" cy="9264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285750" lvl="0" indent="-28575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800" b="0" i="0" u="none" strike="noStrike" kern="1200" cap="none" spc="0" baseline="0" noProof="0" dirty="0">
                <a:solidFill>
                  <a:srgbClr val="00B050"/>
                </a:solidFill>
                <a:uFillTx/>
                <a:latin typeface="Gill Sans MT" panose="020B0502020104020203" pitchFamily="34" charset="0"/>
              </a:rPr>
              <a:t>-TH</a:t>
            </a:r>
            <a:r>
              <a:rPr lang="it-IT" dirty="0">
                <a:solidFill>
                  <a:srgbClr val="00B050"/>
                </a:solidFill>
                <a:latin typeface="Gill Sans MT" panose="020B0502020104020203" pitchFamily="34" charset="0"/>
              </a:rPr>
              <a:t>D [dB]</a:t>
            </a:r>
          </a:p>
          <a:p>
            <a:pPr marL="285750" lvl="0" indent="-28575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800" b="0" i="0" u="none" strike="noStrike" kern="1200" cap="none" spc="0" baseline="0" noProof="0" dirty="0">
                <a:solidFill>
                  <a:srgbClr val="FFFF00"/>
                </a:solidFill>
                <a:uFillTx/>
                <a:latin typeface="Gill Sans MT" panose="020B0502020104020203" pitchFamily="34" charset="0"/>
              </a:rPr>
              <a:t>SNR [dB]</a:t>
            </a:r>
            <a:endParaRPr lang="en-GB" sz="1800" b="0" i="0" u="none" strike="noStrike" kern="1200" cap="none" spc="0" baseline="0" noProof="0" dirty="0">
              <a:solidFill>
                <a:srgbClr val="FFFF00"/>
              </a:solidFill>
              <a:uFillTx/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23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734F-EB59-E7AE-CC91-67BB21C8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B376D313-1553-230E-75A9-48D9E7B1AB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08635"/>
            <a:ext cx="11090272" cy="1331997"/>
          </a:xfrm>
        </p:spPr>
        <p:txBody>
          <a:bodyPr/>
          <a:lstStyle/>
          <a:p>
            <a:pPr lvl="0"/>
            <a:r>
              <a:rPr lang="en-US" dirty="0"/>
              <a:t>Dependence of ENOB on aspect ratio </a:t>
            </a:r>
            <a:br>
              <a:rPr lang="en-US" dirty="0"/>
            </a:br>
            <a:r>
              <a:rPr lang="en-US" dirty="0"/>
              <a:t>of the n-</a:t>
            </a:r>
            <a:r>
              <a:rPr lang="en-US" dirty="0" err="1"/>
              <a:t>mos</a:t>
            </a:r>
            <a:endParaRPr lang="en-GB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828327-29B5-B340-068E-3955B3293A1A}"/>
              </a:ext>
            </a:extLst>
          </p:cNvPr>
          <p:cNvSpPr txBox="1"/>
          <p:nvPr/>
        </p:nvSpPr>
        <p:spPr>
          <a:xfrm>
            <a:off x="7059561" y="1967555"/>
            <a:ext cx="4581572" cy="43818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chemeClr val="bg1"/>
                </a:solidFill>
                <a:latin typeface="Gill Sans MT" panose="020B0502020104020203" pitchFamily="34" charset="0"/>
              </a:rPr>
              <a:t>The first analysis is performed by keeping the </a:t>
            </a:r>
            <a:r>
              <a:rPr lang="en-GB" dirty="0" err="1">
                <a:solidFill>
                  <a:schemeClr val="bg1"/>
                </a:solidFill>
                <a:latin typeface="Gill Sans MT" panose="020B0502020104020203" pitchFamily="34" charset="0"/>
              </a:rPr>
              <a:t>Wn</a:t>
            </a:r>
            <a:r>
              <a:rPr lang="en-GB" dirty="0">
                <a:solidFill>
                  <a:schemeClr val="bg1"/>
                </a:solidFill>
                <a:latin typeface="Gill Sans MT" panose="020B0502020104020203" pitchFamily="34" charset="0"/>
              </a:rPr>
              <a:t> dimension fixed at 1µm and varying the Ln dimension from 1µm to 300nm (corresponding to an aspect ratio ranging from 1 to 3,33).</a:t>
            </a:r>
          </a:p>
          <a:p>
            <a:pPr lvl="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chemeClr val="bg1"/>
                </a:solidFill>
                <a:latin typeface="Gill Sans MT" panose="020B0502020104020203" pitchFamily="34" charset="0"/>
              </a:rPr>
              <a:t>As we can see, the channel modulation effect becomes more evident as Ln decreases.</a:t>
            </a:r>
          </a:p>
          <a:p>
            <a:pPr lvl="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chemeClr val="bg1"/>
                </a:solidFill>
                <a:latin typeface="Gill Sans MT" panose="020B0502020104020203" pitchFamily="34" charset="0"/>
              </a:rPr>
              <a:t>This introduce a distortion factor that increase as Ln decrease.</a:t>
            </a:r>
          </a:p>
          <a:p>
            <a:pPr lvl="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chemeClr val="bg1"/>
                </a:solidFill>
                <a:latin typeface="Gill Sans MT" panose="020B0502020104020203" pitchFamily="34" charset="0"/>
              </a:rPr>
              <a:t>The simulation has been done with </a:t>
            </a:r>
            <a:r>
              <a:rPr lang="en-GB" dirty="0" err="1">
                <a:solidFill>
                  <a:schemeClr val="bg1"/>
                </a:solidFill>
                <a:latin typeface="Gill Sans MT" panose="020B0502020104020203" pitchFamily="34" charset="0"/>
              </a:rPr>
              <a:t>Vds</a:t>
            </a:r>
            <a:r>
              <a:rPr lang="en-GB" dirty="0">
                <a:solidFill>
                  <a:schemeClr val="bg1"/>
                </a:solidFill>
                <a:latin typeface="Gill Sans MT" panose="020B0502020104020203" pitchFamily="34" charset="0"/>
              </a:rPr>
              <a:t>=600mV and without charging the p-cap</a:t>
            </a:r>
            <a:endParaRPr lang="en-US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pic>
        <p:nvPicPr>
          <p:cNvPr id="6" name="Immagine 5" descr="Immagine che contiene schermata&#10;&#10;Il contenuto generato dall'IA potrebbe non essere corretto.">
            <a:extLst>
              <a:ext uri="{FF2B5EF4-FFF2-40B4-BE49-F238E27FC236}">
                <a16:creationId xmlns:a16="http://schemas.microsoft.com/office/drawing/2014/main" id="{17CB38A8-6E12-562F-A9F5-AAEC388BC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"/>
          <a:stretch>
            <a:fillRect/>
          </a:stretch>
        </p:blipFill>
        <p:spPr>
          <a:xfrm>
            <a:off x="550861" y="1967554"/>
            <a:ext cx="6217920" cy="4417388"/>
          </a:xfrm>
          <a:prstGeom prst="roundRect">
            <a:avLst>
              <a:gd name="adj" fmla="val 3312"/>
            </a:avLst>
          </a:prstGeom>
        </p:spPr>
      </p:pic>
    </p:spTree>
    <p:extLst>
      <p:ext uri="{BB962C8B-B14F-4D97-AF65-F5344CB8AC3E}">
        <p14:creationId xmlns:p14="http://schemas.microsoft.com/office/powerpoint/2010/main" val="246513290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E6399-04A8-28DA-BA03-EFD4B5A3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F0232545-D737-F58C-564E-03AE188DD6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08635"/>
            <a:ext cx="11090272" cy="1331997"/>
          </a:xfrm>
        </p:spPr>
        <p:txBody>
          <a:bodyPr/>
          <a:lstStyle/>
          <a:p>
            <a:pPr lvl="0"/>
            <a:r>
              <a:rPr lang="en-US" dirty="0"/>
              <a:t>Dependence of ENOB on aspect ratio </a:t>
            </a:r>
            <a:br>
              <a:rPr lang="en-US" dirty="0"/>
            </a:br>
            <a:r>
              <a:rPr lang="en-US" dirty="0"/>
              <a:t>of the n-</a:t>
            </a:r>
            <a:r>
              <a:rPr lang="en-US" dirty="0" err="1"/>
              <a:t>mos</a:t>
            </a: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67A7F38-DF08-BEA4-EA23-FAD6D547A8E4}"/>
                  </a:ext>
                </a:extLst>
              </p:cNvPr>
              <p:cNvSpPr txBox="1"/>
              <p:nvPr/>
            </p:nvSpPr>
            <p:spPr>
              <a:xfrm>
                <a:off x="550861" y="1967553"/>
                <a:ext cx="11090272" cy="1538467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As we can see, increasing Ln value increase the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𝐸𝑁𝑂𝐵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because it introduce less distortions due to channel modulation effect.</a:t>
                </a:r>
              </a:p>
              <a:p>
                <a:pPr lvl="0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Moreover, increasing the n-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mos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dimensions also improves the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𝑆𝑁𝑅</m:t>
                    </m:r>
                  </m:oMath>
                </a14:m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, because the noise in a </a:t>
                </a:r>
                <a:r>
                  <a:rPr lang="en-GB" dirty="0" err="1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mos</a:t>
                </a:r>
                <a:r>
                  <a:rPr lang="en-GB" dirty="0">
                    <a:solidFill>
                      <a:schemeClr val="bg1"/>
                    </a:solidFill>
                    <a:latin typeface="Gill Sans MT" panose="020B0502020104020203" pitchFamily="34" charset="0"/>
                  </a:rPr>
                  <a:t> transistor is inversely proportional to the device dimensions.</a:t>
                </a:r>
                <a:endParaRPr lang="en-US" dirty="0">
                  <a:solidFill>
                    <a:schemeClr val="bg1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67A7F38-DF08-BEA4-EA23-FAD6D547A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61" y="1967553"/>
                <a:ext cx="11090272" cy="1538467"/>
              </a:xfrm>
              <a:prstGeom prst="rect">
                <a:avLst/>
              </a:prstGeom>
              <a:blipFill>
                <a:blip r:embed="rId3"/>
                <a:stretch>
                  <a:fillRect l="-440" t="-1984" r="-934" b="-4365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FC73A58-9251-F544-4BB2-AF43CA3D8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3632941"/>
            <a:ext cx="11090274" cy="2843345"/>
          </a:xfrm>
          <a:prstGeom prst="roundRect">
            <a:avLst>
              <a:gd name="adj" fmla="val 8022"/>
            </a:avLst>
          </a:prstGeom>
        </p:spPr>
      </p:pic>
    </p:spTree>
    <p:extLst>
      <p:ext uri="{BB962C8B-B14F-4D97-AF65-F5344CB8AC3E}">
        <p14:creationId xmlns:p14="http://schemas.microsoft.com/office/powerpoint/2010/main" val="7105217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A181-B2F8-8050-498E-DB248A09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48D3451D-EB64-6155-2421-8838F0C202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508635"/>
            <a:ext cx="11090272" cy="1331997"/>
          </a:xfrm>
        </p:spPr>
        <p:txBody>
          <a:bodyPr/>
          <a:lstStyle/>
          <a:p>
            <a:pPr lvl="0"/>
            <a:r>
              <a:rPr lang="en-US" dirty="0"/>
              <a:t>Dependence of ENOB on aspect ratio </a:t>
            </a:r>
            <a:br>
              <a:rPr lang="en-US" dirty="0"/>
            </a:br>
            <a:r>
              <a:rPr lang="en-US" dirty="0"/>
              <a:t>of the n-</a:t>
            </a:r>
            <a:r>
              <a:rPr lang="en-US" dirty="0" err="1"/>
              <a:t>mos</a:t>
            </a:r>
            <a:endParaRPr lang="en-GB" noProof="0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093C9212-CDCD-BCC1-BE36-92CEDD126E62}"/>
              </a:ext>
            </a:extLst>
          </p:cNvPr>
          <p:cNvSpPr txBox="1"/>
          <p:nvPr/>
        </p:nvSpPr>
        <p:spPr>
          <a:xfrm>
            <a:off x="550861" y="1877045"/>
            <a:ext cx="11090272" cy="77329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chemeClr val="bg1"/>
                </a:solidFill>
                <a:latin typeface="Gill Sans MT" panose="020B0502020104020203" pitchFamily="34" charset="0"/>
              </a:rPr>
              <a:t>To verify that the approximated functions shown in the last slide are correct, we also plotted the same functions in Cadence Virtuoso.</a:t>
            </a:r>
            <a:endParaRPr lang="en-GB" sz="1800" b="0" i="0" u="none" strike="noStrike" kern="1200" cap="none" spc="0" baseline="0" noProof="0" dirty="0">
              <a:solidFill>
                <a:schemeClr val="bg1"/>
              </a:solidFill>
              <a:uFillTx/>
              <a:latin typeface="Gill Sans MT" panose="020B0502020104020203" pitchFamily="34" charset="0"/>
            </a:endParaRPr>
          </a:p>
        </p:txBody>
      </p:sp>
      <p:pic>
        <p:nvPicPr>
          <p:cNvPr id="7" name="Immagine 6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AB02570D-33FC-2219-6177-5FC039834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13" y="2682748"/>
            <a:ext cx="5545139" cy="3815584"/>
          </a:xfrm>
          <a:prstGeom prst="roundRect">
            <a:avLst>
              <a:gd name="adj" fmla="val 4040"/>
            </a:avLst>
          </a:prstGeom>
        </p:spPr>
      </p:pic>
      <p:pic>
        <p:nvPicPr>
          <p:cNvPr id="9" name="Immagine 8" descr="Immagine che contiene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98051A07-C9E2-569C-9DF7-F207EBF2EF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233" y="2682748"/>
            <a:ext cx="5637854" cy="3815584"/>
          </a:xfrm>
          <a:prstGeom prst="roundRect">
            <a:avLst>
              <a:gd name="adj" fmla="val 3525"/>
            </a:avLst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3D910B0F-5AA8-7E4C-885D-B4999622F2FF}"/>
              </a:ext>
            </a:extLst>
          </p:cNvPr>
          <p:cNvSpPr txBox="1"/>
          <p:nvPr/>
        </p:nvSpPr>
        <p:spPr>
          <a:xfrm>
            <a:off x="4336026" y="5149846"/>
            <a:ext cx="1531028" cy="9264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285750" lvl="0" indent="-28575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800" b="0" i="0" u="none" strike="noStrike" kern="1200" cap="none" spc="0" baseline="0" noProof="0" dirty="0">
                <a:solidFill>
                  <a:srgbClr val="00B050"/>
                </a:solidFill>
                <a:uFillTx/>
                <a:latin typeface="Gill Sans MT" panose="020B0502020104020203" pitchFamily="34" charset="0"/>
              </a:rPr>
              <a:t>-TH</a:t>
            </a:r>
            <a:r>
              <a:rPr lang="it-IT" dirty="0">
                <a:solidFill>
                  <a:srgbClr val="00B050"/>
                </a:solidFill>
                <a:latin typeface="Gill Sans MT" panose="020B0502020104020203" pitchFamily="34" charset="0"/>
              </a:rPr>
              <a:t>D [dB]</a:t>
            </a:r>
          </a:p>
          <a:p>
            <a:pPr marL="285750" lvl="0" indent="-28575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800" b="0" i="0" u="none" strike="noStrike" kern="1200" cap="none" spc="0" baseline="0" noProof="0" dirty="0">
                <a:solidFill>
                  <a:srgbClr val="FFFF00"/>
                </a:solidFill>
                <a:uFillTx/>
                <a:latin typeface="Gill Sans MT" panose="020B0502020104020203" pitchFamily="34" charset="0"/>
              </a:rPr>
              <a:t>SNR [dB]</a:t>
            </a:r>
            <a:endParaRPr lang="en-GB" sz="1800" b="0" i="0" u="none" strike="noStrike" kern="1200" cap="none" spc="0" baseline="0" noProof="0" dirty="0">
              <a:solidFill>
                <a:srgbClr val="FFFF00"/>
              </a:solidFill>
              <a:uFillTx/>
              <a:latin typeface="Gill Sans MT" panose="020B0502020104020203" pitchFamily="34" charset="0"/>
            </a:endParaRP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517289D4-8216-8816-DDC0-7BEC0C6E6D8D}"/>
              </a:ext>
            </a:extLst>
          </p:cNvPr>
          <p:cNvSpPr txBox="1"/>
          <p:nvPr/>
        </p:nvSpPr>
        <p:spPr>
          <a:xfrm>
            <a:off x="10626559" y="5149846"/>
            <a:ext cx="1243528" cy="9264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285750" lvl="0" indent="-285750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800" b="0" i="0" u="none" strike="noStrike" kern="1200" cap="none" spc="0" baseline="0" noProof="0" dirty="0">
                <a:solidFill>
                  <a:srgbClr val="FF0000"/>
                </a:solidFill>
                <a:uFillTx/>
                <a:latin typeface="Gill Sans MT" panose="020B0502020104020203" pitchFamily="34" charset="0"/>
              </a:rPr>
              <a:t>ENOB</a:t>
            </a:r>
            <a:endParaRPr lang="en-GB" sz="1800" b="0" i="0" u="none" strike="noStrike" kern="1200" cap="none" spc="0" baseline="0" noProof="0" dirty="0">
              <a:solidFill>
                <a:srgbClr val="FF0000"/>
              </a:solidFill>
              <a:uFillTx/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930926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4ACB-93C1-BA62-93EC-0F671C4A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4ECA27-E5B8-B938-B113-2EA38EBAF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483927"/>
            <a:ext cx="11090272" cy="1236718"/>
          </a:xfrm>
        </p:spPr>
        <p:txBody>
          <a:bodyPr/>
          <a:lstStyle/>
          <a:p>
            <a:pPr lvl="0"/>
            <a:r>
              <a:rPr lang="en-GB" noProof="0" dirty="0"/>
              <a:t>Floating gate cell layout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E7CFE5-1C25-DFB2-0760-E95BE4BDB1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0861" y="2012907"/>
            <a:ext cx="11090272" cy="677324"/>
          </a:xfrm>
        </p:spPr>
        <p:txBody>
          <a:bodyPr/>
          <a:lstStyle/>
          <a:p>
            <a:pPr marL="0" lvl="0" indent="0">
              <a:buNone/>
            </a:pPr>
            <a:r>
              <a:rPr lang="en-GB" sz="1800" noProof="0" dirty="0"/>
              <a:t>The floating gate cell designed have the following parameters:</a:t>
            </a:r>
          </a:p>
        </p:txBody>
      </p:sp>
      <p:pic>
        <p:nvPicPr>
          <p:cNvPr id="4" name="Immagine 4" descr="Immagine che contiene Policromia, schermata, Rettangolo, modello&#10;&#10;Il contenuto generato dall'IA potrebbe non essere corretto.">
            <a:extLst>
              <a:ext uri="{FF2B5EF4-FFF2-40B4-BE49-F238E27FC236}">
                <a16:creationId xmlns:a16="http://schemas.microsoft.com/office/drawing/2014/main" id="{250E3C98-0A3F-BB7A-90E2-63D4B4934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343" y="2556453"/>
            <a:ext cx="3924303" cy="3817620"/>
          </a:xfrm>
          <a:prstGeom prst="roundRect">
            <a:avLst>
              <a:gd name="adj" fmla="val 5592"/>
            </a:avLst>
          </a:prstGeom>
          <a:noFill/>
          <a:ln cap="flat">
            <a:noFill/>
          </a:ln>
        </p:spPr>
      </p:pic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D6C4406A-A910-8497-510F-39BCC7C15621}"/>
              </a:ext>
            </a:extLst>
          </p:cNvPr>
          <p:cNvSpPr txBox="1">
            <a:spLocks/>
          </p:cNvSpPr>
          <p:nvPr/>
        </p:nvSpPr>
        <p:spPr>
          <a:xfrm>
            <a:off x="550861" y="3233777"/>
            <a:ext cx="1656482" cy="20259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228600" marR="0" lvl="0" indent="-228600" algn="l" defTabSz="914400" rtl="0" eaLnBrk="1" fontAlgn="auto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24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1pPr>
            <a:lvl2pPr marL="685800" marR="0" lvl="1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2pPr>
            <a:lvl3pPr marL="1143000" marR="0" lvl="2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3pPr>
            <a:lvl4pPr marL="1600200" marR="0" lvl="3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4pPr>
            <a:lvl5pPr marL="2057400" marR="0" lvl="4" indent="-228600" algn="l" defTabSz="914400" rtl="0" eaLnBrk="1" fontAlgn="auto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SzPct val="100000"/>
              <a:buFont typeface="Arial" pitchFamily="34"/>
              <a:buChar char="•"/>
              <a:tabLst/>
              <a:defRPr lang="it-IT" sz="16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noProof="0" dirty="0"/>
              <a:t>Ln = 800nm</a:t>
            </a:r>
          </a:p>
          <a:p>
            <a:r>
              <a:rPr lang="en-GB" sz="1800" noProof="0" dirty="0" err="1"/>
              <a:t>Wn</a:t>
            </a:r>
            <a:r>
              <a:rPr lang="en-GB" sz="1800" noProof="0" dirty="0"/>
              <a:t> = 1um</a:t>
            </a:r>
          </a:p>
          <a:p>
            <a:r>
              <a:rPr lang="en-GB" sz="1800" noProof="0" dirty="0" err="1"/>
              <a:t>Lcap</a:t>
            </a:r>
            <a:r>
              <a:rPr lang="en-GB" sz="1800" noProof="0" dirty="0"/>
              <a:t> = 2um</a:t>
            </a:r>
          </a:p>
          <a:p>
            <a:r>
              <a:rPr lang="en-GB" sz="1800" noProof="0" dirty="0" err="1"/>
              <a:t>Wcap</a:t>
            </a:r>
            <a:r>
              <a:rPr lang="en-GB" sz="1800" noProof="0" dirty="0"/>
              <a:t> = 5um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037518E3-5D32-E527-AC51-E9EBE3A019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57499" y="2556453"/>
                <a:ext cx="5225585" cy="3746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>
                <a:lvl1pPr marL="228600" marR="0" lvl="0" indent="-228600" algn="l" defTabSz="914400" rtl="0" eaLnBrk="1" fontAlgn="auto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24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1pPr>
                <a:lvl2pPr marL="685800" marR="0" lvl="1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800"/>
                  </a:spcAft>
                  <a:buSzPct val="100000"/>
                  <a:buFont typeface="Arial" pitchFamily="34"/>
                  <a:buChar char="•"/>
                  <a:tabLst/>
                  <a:defRPr lang="it-IT" sz="1600" b="0" i="0" u="none" strike="noStrike" kern="1200" cap="none" spc="0" baseline="0">
                    <a:solidFill>
                      <a:srgbClr val="FFFFFF"/>
                    </a:solidFill>
                    <a:uFillTx/>
                    <a:latin typeface="Gill Sans MT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/>
                  <a:buNone/>
                </a:pPr>
                <a:r>
                  <a:rPr lang="en-GB" sz="1800" noProof="0" dirty="0"/>
                  <a:t>With this dimensions we can calculate the maximum drain current that ensure the </a:t>
                </a:r>
                <a:r>
                  <a:rPr lang="en-GB" sz="1800" noProof="0" dirty="0" err="1"/>
                  <a:t>mos</a:t>
                </a:r>
                <a:r>
                  <a:rPr lang="en-GB" sz="1800" noProof="0" dirty="0"/>
                  <a:t> to work in weak inversion.</a:t>
                </a:r>
              </a:p>
              <a:p>
                <a:pPr marL="0" indent="0">
                  <a:buFont typeface="Arial" pitchFamily="34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</a:rPr>
                                <m:t>𝑑𝑠𝑝𝑒𝑐</m:t>
                              </m:r>
                            </m:sub>
                          </m:sSub>
                        </m:den>
                      </m:f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b="0" i="1" noProof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𝑑𝑠</m:t>
                          </m:r>
                        </m:sub>
                      </m:sSub>
                      <m:r>
                        <a:rPr lang="en-GB" sz="1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𝑑𝑠𝑝𝑒𝑐</m:t>
                              </m:r>
                            </m:sub>
                          </m:sSub>
                        </m:num>
                        <m:den>
                          <m:r>
                            <a:rPr lang="en-GB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𝑑𝑠𝑝𝑒𝑐</m:t>
                              </m:r>
                            </m:sub>
                            <m:sup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f>
                            <m:fPr>
                              <m:ctrlP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GB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num>
                        <m:den>
                          <m:r>
                            <a:rPr lang="en-GB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≅25</m:t>
                      </m:r>
                      <m:r>
                        <a:rPr lang="en-GB" sz="1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𝑛𝐴</m:t>
                      </m:r>
                    </m:oMath>
                  </m:oMathPara>
                </a14:m>
                <a:endParaRPr lang="en-GB" sz="1800" noProof="0" dirty="0"/>
              </a:p>
              <a:p>
                <a:pPr marL="0" indent="0">
                  <a:buFont typeface="Arial" pitchFamily="34"/>
                  <a:buNone/>
                </a:pPr>
                <a:r>
                  <a:rPr lang="en-GB" sz="1800" dirty="0"/>
                  <a:t>The designed cell can ensure an ENOB value greater than 5 bits with a </a:t>
                </a:r>
                <a:r>
                  <a:rPr lang="en-GB" sz="1800" dirty="0" err="1"/>
                  <a:t>Vds</a:t>
                </a:r>
                <a:r>
                  <a:rPr lang="en-GB" sz="1800" dirty="0"/>
                  <a:t> = 600mV and a maximum input current of 25nA.</a:t>
                </a:r>
                <a:endParaRPr lang="en-GB" sz="1800" noProof="0" dirty="0"/>
              </a:p>
            </p:txBody>
          </p:sp>
        </mc:Choice>
        <mc:Fallback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037518E3-5D32-E527-AC51-E9EBE3A01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499" y="2556453"/>
                <a:ext cx="5225585" cy="3746023"/>
              </a:xfrm>
              <a:prstGeom prst="rect">
                <a:avLst/>
              </a:prstGeom>
              <a:blipFill>
                <a:blip r:embed="rId4"/>
                <a:stretch>
                  <a:fillRect l="-2800" t="-19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166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F91E58-C6F9-BE52-25F6-9654D2EA9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1" y="483927"/>
            <a:ext cx="11090272" cy="1041611"/>
          </a:xfrm>
        </p:spPr>
        <p:txBody>
          <a:bodyPr/>
          <a:lstStyle/>
          <a:p>
            <a:pPr lvl="0"/>
            <a:r>
              <a:rPr lang="en-GB" noProof="0" dirty="0"/>
              <a:t>4x4 </a:t>
            </a:r>
            <a:r>
              <a:rPr lang="en-GB" noProof="0" dirty="0" err="1"/>
              <a:t>vmm</a:t>
            </a:r>
            <a:r>
              <a:rPr lang="en-GB" noProof="0" dirty="0"/>
              <a:t> layout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AD189C-8330-B3D0-9511-58C2C00099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0861" y="1603574"/>
            <a:ext cx="11523149" cy="1041611"/>
          </a:xfrm>
        </p:spPr>
        <p:txBody>
          <a:bodyPr/>
          <a:lstStyle/>
          <a:p>
            <a:pPr marL="0" lvl="0" indent="0">
              <a:buNone/>
            </a:pPr>
            <a:r>
              <a:rPr lang="en-GB" sz="1800" noProof="0" dirty="0"/>
              <a:t>The floating gate cell designed earlier can be connected to form a matrix of current mirrors.</a:t>
            </a:r>
          </a:p>
          <a:p>
            <a:pPr marL="0" lvl="0" indent="0">
              <a:buNone/>
            </a:pPr>
            <a:r>
              <a:rPr lang="en-GB" sz="1800" noProof="0" dirty="0"/>
              <a:t>In this case we designed a 4x4 </a:t>
            </a:r>
            <a:r>
              <a:rPr lang="en-GB" sz="1800" noProof="0" dirty="0" err="1"/>
              <a:t>vmm</a:t>
            </a:r>
            <a:r>
              <a:rPr lang="en-GB" sz="1800" noProof="0" dirty="0"/>
              <a:t>.</a:t>
            </a:r>
          </a:p>
        </p:txBody>
      </p:sp>
      <p:pic>
        <p:nvPicPr>
          <p:cNvPr id="4" name="Immagine 5" descr="Immagine che contiene schermata, spazio, astronomia&#10;&#10;Il contenuto generato dall'IA potrebbe non essere corretto.">
            <a:extLst>
              <a:ext uri="{FF2B5EF4-FFF2-40B4-BE49-F238E27FC236}">
                <a16:creationId xmlns:a16="http://schemas.microsoft.com/office/drawing/2014/main" id="{4DF9720D-10C0-2B71-2B6B-D958F0227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9" y="2853632"/>
            <a:ext cx="5158743" cy="3520439"/>
          </a:xfrm>
          <a:prstGeom prst="roundRect">
            <a:avLst>
              <a:gd name="adj" fmla="val 12198"/>
            </a:avLst>
          </a:prstGeom>
          <a:noFill/>
          <a:ln cap="flat">
            <a:noFill/>
          </a:ln>
        </p:spPr>
      </p:pic>
      <p:pic>
        <p:nvPicPr>
          <p:cNvPr id="5" name="Immagine 7" descr="Immagine che contiene Blu intenso, Policromia, arte, schermata&#10;&#10;Il contenuto generato dall'IA potrebbe non essere corretto.">
            <a:extLst>
              <a:ext uri="{FF2B5EF4-FFF2-40B4-BE49-F238E27FC236}">
                <a16:creationId xmlns:a16="http://schemas.microsoft.com/office/drawing/2014/main" id="{D94777C6-BF8D-7052-CA1C-4EAC6A376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466" y="2853632"/>
            <a:ext cx="4615214" cy="3520439"/>
          </a:xfrm>
          <a:prstGeom prst="roundRect">
            <a:avLst>
              <a:gd name="adj" fmla="val 10523"/>
            </a:avLst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29EF-5D11-3C0B-93D8-AC138793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3">
            <a:extLst>
              <a:ext uri="{FF2B5EF4-FFF2-40B4-BE49-F238E27FC236}">
                <a16:creationId xmlns:a16="http://schemas.microsoft.com/office/drawing/2014/main" id="{E8CCAB5A-2E57-FE6E-B599-636B6B9345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8020" y="662940"/>
            <a:ext cx="4300011" cy="1871712"/>
          </a:xfrm>
        </p:spPr>
        <p:txBody>
          <a:bodyPr anchorCtr="1">
            <a:noAutofit/>
          </a:bodyPr>
          <a:lstStyle/>
          <a:p>
            <a:pPr lvl="0" algn="ctr">
              <a:lnSpc>
                <a:spcPct val="90000"/>
              </a:lnSpc>
            </a:pPr>
            <a:r>
              <a:rPr lang="en-GB" noProof="0" dirty="0"/>
              <a:t>Thank you for your attention</a:t>
            </a:r>
          </a:p>
        </p:txBody>
      </p:sp>
      <p:pic>
        <p:nvPicPr>
          <p:cNvPr id="3" name="Segnaposto immagine 13" descr="Sfondo digitale con punti dati">
            <a:extLst>
              <a:ext uri="{FF2B5EF4-FFF2-40B4-BE49-F238E27FC236}">
                <a16:creationId xmlns:a16="http://schemas.microsoft.com/office/drawing/2014/main" id="{FC8086A9-9CE5-468F-5D97-A047D0A3F40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7936" r="7936"/>
          <a:stretch>
            <a:fillRect/>
          </a:stretch>
        </p:blipFill>
        <p:spPr>
          <a:xfrm>
            <a:off x="0" y="0"/>
            <a:ext cx="6267453" cy="6858000"/>
          </a:xfrm>
        </p:spPr>
      </p:pic>
      <p:pic>
        <p:nvPicPr>
          <p:cNvPr id="4" name="Immagine 4" descr="Immagine che contiene testo, diagramma, Piano, schematico&#10;&#10;Il contenuto generato dall'IA potrebbe non essere corretto.">
            <a:extLst>
              <a:ext uri="{FF2B5EF4-FFF2-40B4-BE49-F238E27FC236}">
                <a16:creationId xmlns:a16="http://schemas.microsoft.com/office/drawing/2014/main" id="{C393031D-5769-93AC-7DAF-F02452B6E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84" y="2986613"/>
            <a:ext cx="7469815" cy="3330647"/>
          </a:xfrm>
          <a:prstGeom prst="roundRect">
            <a:avLst/>
          </a:prstGeom>
          <a:noFill/>
          <a:ln w="76196" cap="flat">
            <a:solidFill>
              <a:srgbClr val="1B192E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1129022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ogetto_vmm_design.odp" id="{F1DE8F1F-5502-4077-A45D-66EC85A30A57}" vid="{1E0BB3F6-6DB2-4972-9DBB-1CEBC42706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progetto_vmm_design</Template>
  <TotalTime>1062</TotalTime>
  <Words>1557</Words>
  <Application>Microsoft Office PowerPoint</Application>
  <PresentationFormat>Widescreen</PresentationFormat>
  <Paragraphs>151</Paragraphs>
  <Slides>21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Gill Sans MT</vt:lpstr>
      <vt:lpstr>Walbaum Display</vt:lpstr>
      <vt:lpstr>3DFloatVTI</vt:lpstr>
      <vt:lpstr>Analog VMM analysis</vt:lpstr>
      <vt:lpstr>Floating gate cell design</vt:lpstr>
      <vt:lpstr>Weak inversion polarization of the  n-mos cell</vt:lpstr>
      <vt:lpstr>Presentazione standard di PowerPoint</vt:lpstr>
      <vt:lpstr>Current mirror cell design</vt:lpstr>
      <vt:lpstr>Magnification factor analysis for the current mirror</vt:lpstr>
      <vt:lpstr>Presentazione standard di PowerPoint</vt:lpstr>
      <vt:lpstr>Presentazione standard di PowerPoint</vt:lpstr>
      <vt:lpstr>Presentazione standard di PowerPoint</vt:lpstr>
      <vt:lpstr>Spectrum analysis</vt:lpstr>
      <vt:lpstr>Spectrum analysis</vt:lpstr>
      <vt:lpstr>Dependence of ENOB on maximum input current amplitude</vt:lpstr>
      <vt:lpstr>Dependence of ENOB on maximum input current amplitude</vt:lpstr>
      <vt:lpstr>Dependence of ENOB on maximum input current amplitude</vt:lpstr>
      <vt:lpstr>Dependence of ENOB on maximum input current amplitude</vt:lpstr>
      <vt:lpstr>Dependence of ENOB on aspect ratio  of the n-mos</vt:lpstr>
      <vt:lpstr>Dependence of ENOB on aspect ratio  of the n-mos</vt:lpstr>
      <vt:lpstr>Dependence of ENOB on aspect ratio  of the n-mos</vt:lpstr>
      <vt:lpstr>Floating gate cell layout</vt:lpstr>
      <vt:lpstr>4x4 vmm layout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Dario Aliberti</dc:creator>
  <cp:lastModifiedBy>Dario Aliberti</cp:lastModifiedBy>
  <cp:revision>134</cp:revision>
  <dcterms:created xsi:type="dcterms:W3CDTF">2026-01-28T18:16:59Z</dcterms:created>
  <dcterms:modified xsi:type="dcterms:W3CDTF">2026-02-01T22:55:54Z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